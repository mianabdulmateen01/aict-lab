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5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2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8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9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7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4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2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43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4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8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55DA4-7F85-4BE7-9A3D-3C34CC62AB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913E3-04F2-4C72-88D0-883F5B14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9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gif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4000">
              <a:schemeClr val="accent1">
                <a:lumMod val="75000"/>
              </a:schemeClr>
            </a:gs>
            <a:gs pos="0">
              <a:schemeClr val="accent6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92500" y="2070100"/>
            <a:ext cx="447518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/>
              <a:t>A</a:t>
            </a:r>
            <a:r>
              <a:rPr lang="en-US" sz="6600" dirty="0"/>
              <a:t> </a:t>
            </a:r>
            <a:r>
              <a:rPr lang="en-US" sz="6600" b="1" dirty="0"/>
              <a:t>Greedy Dog</a:t>
            </a:r>
          </a:p>
        </p:txBody>
      </p:sp>
    </p:spTree>
    <p:extLst>
      <p:ext uri="{BB962C8B-B14F-4D97-AF65-F5344CB8AC3E}">
        <p14:creationId xmlns:p14="http://schemas.microsoft.com/office/powerpoint/2010/main" val="307226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&lt;strong&gt;Forest&lt;/strong&gt; background by UKthewhitewolf on DeviantAr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"/>
            <a:ext cx="12192000" cy="6851595"/>
          </a:xfrm>
          <a:prstGeom prst="rect">
            <a:avLst/>
          </a:prstGeom>
        </p:spPr>
      </p:pic>
      <p:sp>
        <p:nvSpPr>
          <p:cNvPr id="5" name="Cloud Callout 4"/>
          <p:cNvSpPr/>
          <p:nvPr/>
        </p:nvSpPr>
        <p:spPr>
          <a:xfrm>
            <a:off x="3733800" y="1790700"/>
            <a:ext cx="2882900" cy="1651000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Oh ! no.</a:t>
            </a:r>
          </a:p>
          <a:p>
            <a:pPr algn="ctr"/>
            <a:r>
              <a:rPr lang="en-US" dirty="0"/>
              <a:t>I am hungry!!!</a:t>
            </a:r>
          </a:p>
          <a:p>
            <a:pPr algn="ctr"/>
            <a:r>
              <a:rPr lang="en-US" dirty="0"/>
              <a:t>Now , I should search something to eat.</a:t>
            </a:r>
          </a:p>
        </p:txBody>
      </p:sp>
      <p:pic>
        <p:nvPicPr>
          <p:cNvPr id="6" name="Picture 5" descr="Happy &lt;strong&gt;Dog&lt;/strong&gt; &lt;strong&gt;Cartoon&lt;/strong&gt; Art Free Stock Photo - Public Domain Pictures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31716" y1="42114" x2="31716" y2="42114"/>
                        <a14:foregroundMark x1="37955" y1="29116" x2="37955" y2="29116"/>
                        <a14:backgroundMark x1="34662" y1="44367" x2="34662" y2="44367"/>
                        <a14:backgroundMark x1="39168" y1="42808" x2="39168" y2="42808"/>
                        <a14:backgroundMark x1="41941" y1="41075" x2="43674" y2="30156"/>
                        <a14:backgroundMark x1="44887" y1="30156" x2="40381" y2="22184"/>
                        <a14:backgroundMark x1="39688" y1="21664" x2="52166" y2="15425"/>
                        <a14:backgroundMark x1="52860" y1="17678" x2="58579" y2="18891"/>
                        <a14:backgroundMark x1="73310" y1="22877" x2="67591" y2="25650"/>
                        <a14:backgroundMark x1="71057" y1="30849" x2="67591" y2="43328"/>
                        <a14:backgroundMark x1="68111" y1="45061" x2="68111" y2="57019"/>
                        <a14:backgroundMark x1="65858" y1="60312" x2="67591" y2="71231"/>
                        <a14:backgroundMark x1="67591" y1="71750" x2="75043" y2="76950"/>
                        <a14:backgroundMark x1="65858" y1="82496" x2="59619" y2="69497"/>
                        <a14:backgroundMark x1="59099" y1="69497" x2="52860" y2="70537"/>
                        <a14:backgroundMark x1="51127" y1="72270" x2="55113" y2="77470"/>
                        <a14:backgroundMark x1="43674" y1="81456" x2="37435" y2="71750"/>
                        <a14:backgroundMark x1="37435" y1="71231" x2="37435" y2="66031"/>
                        <a14:backgroundMark x1="33449" y1="71231" x2="30676" y2="73484"/>
                        <a14:backgroundMark x1="20451" y1="75737" x2="24437" y2="60312"/>
                        <a14:backgroundMark x1="22704" y1="62045" x2="25997" y2="52340"/>
                        <a14:backgroundMark x1="25997" y1="52340" x2="24957" y2="38128"/>
                        <a14:backgroundMark x1="24957" y1="39341" x2="28943" y2="33102"/>
                        <a14:backgroundMark x1="74350" y1="25650" x2="81802" y2="27903"/>
                        <a14:backgroundMark x1="75043" y1="33102" x2="84055" y2="33102"/>
                        <a14:backgroundMark x1="72790" y1="39861" x2="84749" y2="35875"/>
                        <a14:backgroundMark x1="71057" y1="47834" x2="89255" y2="45061"/>
                        <a14:backgroundMark x1="72097" y1="58579" x2="88042" y2="57019"/>
                        <a14:backgroundMark x1="23224" y1="27903" x2="39688" y2="30849"/>
                        <a14:backgroundMark x1="32929" y1="33102" x2="35182" y2="39341"/>
                        <a14:backgroundMark x1="43674" y1="73484" x2="46620" y2="752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09923" y="4458186"/>
            <a:ext cx="2398737" cy="239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8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44444E-6 L -6.25E-7 -4.44444E-6 C 0.12617 -0.01666 0.00495 -0.0044 0.18399 -0.0044 C 0.20495 -0.0044 0.27214 -0.01088 0.29753 -0.01296 C 0.30326 -0.01435 0.30886 -0.01527 0.31446 -0.01736 C 0.31706 -0.01828 0.31927 -0.0206 0.32175 -0.02152 C 0.32578 -0.02338 0.32982 -0.02407 0.33386 -0.02592 C 0.33633 -0.02708 0.33867 -0.02916 0.34115 -0.03032 C 0.34597 -0.03217 0.35078 -0.03287 0.3556 -0.03449 C 0.36823 -0.03912 0.36185 -0.03773 0.37253 -0.04305 C 0.37578 -0.04467 0.37904 -0.04583 0.38229 -0.04745 C 0.39844 -0.05578 0.38008 -0.05023 0.40886 -0.06041 C 0.41289 -0.0618 0.41706 -0.06273 0.42097 -0.06458 C 0.42591 -0.06713 0.43034 -0.07268 0.43555 -0.07338 C 0.48959 -0.0794 0.46133 -0.07639 0.52018 -0.08194 C 0.52357 -0.11759 0.52266 -0.09907 0.52266 -0.13773 L 0.52266 -0.13773 L 0.52266 -0.13773 " pathEditMode="relative" ptsTypes="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&lt;strong&gt;Forest&lt;/strong&gt; background by UKthewhitewolf on DeviantArt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"/>
            <a:ext cx="12192000" cy="6851595"/>
          </a:xfrm>
          <a:prstGeom prst="rect">
            <a:avLst/>
          </a:prstGeom>
        </p:spPr>
      </p:pic>
      <p:pic>
        <p:nvPicPr>
          <p:cNvPr id="3" name="Picture 2" descr="Happy &lt;strong&gt;Dog&lt;/strong&gt; &lt;strong&gt;Cartoon&lt;/strong&gt; Art Free Stock Photo - Public Domain Pictures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31716" y1="42114" x2="31716" y2="42114"/>
                        <a14:foregroundMark x1="37955" y1="29116" x2="37955" y2="29116"/>
                        <a14:backgroundMark x1="34662" y1="44367" x2="34662" y2="44367"/>
                        <a14:backgroundMark x1="39168" y1="42808" x2="39168" y2="42808"/>
                        <a14:backgroundMark x1="41941" y1="41075" x2="43674" y2="30156"/>
                        <a14:backgroundMark x1="44887" y1="30156" x2="40381" y2="22184"/>
                        <a14:backgroundMark x1="39688" y1="21664" x2="52166" y2="15425"/>
                        <a14:backgroundMark x1="52860" y1="17678" x2="58579" y2="18891"/>
                        <a14:backgroundMark x1="73310" y1="22877" x2="67591" y2="25650"/>
                        <a14:backgroundMark x1="71057" y1="30849" x2="67591" y2="43328"/>
                        <a14:backgroundMark x1="68111" y1="45061" x2="68111" y2="57019"/>
                        <a14:backgroundMark x1="65858" y1="60312" x2="67591" y2="71231"/>
                        <a14:backgroundMark x1="67591" y1="71750" x2="75043" y2="76950"/>
                        <a14:backgroundMark x1="65858" y1="82496" x2="59619" y2="69497"/>
                        <a14:backgroundMark x1="59099" y1="69497" x2="52860" y2="70537"/>
                        <a14:backgroundMark x1="51127" y1="72270" x2="55113" y2="77470"/>
                        <a14:backgroundMark x1="43674" y1="81456" x2="37435" y2="71750"/>
                        <a14:backgroundMark x1="37435" y1="71231" x2="37435" y2="66031"/>
                        <a14:backgroundMark x1="33449" y1="71231" x2="30676" y2="73484"/>
                        <a14:backgroundMark x1="20451" y1="75737" x2="24437" y2="60312"/>
                        <a14:backgroundMark x1="22704" y1="62045" x2="25997" y2="52340"/>
                        <a14:backgroundMark x1="25997" y1="52340" x2="24957" y2="38128"/>
                        <a14:backgroundMark x1="24957" y1="39341" x2="28943" y2="33102"/>
                        <a14:backgroundMark x1="74350" y1="25650" x2="81802" y2="27903"/>
                        <a14:backgroundMark x1="75043" y1="33102" x2="84055" y2="33102"/>
                        <a14:backgroundMark x1="72790" y1="39861" x2="84749" y2="35875"/>
                        <a14:backgroundMark x1="71057" y1="47834" x2="89255" y2="45061"/>
                        <a14:backgroundMark x1="72097" y1="58579" x2="88042" y2="57019"/>
                        <a14:backgroundMark x1="23224" y1="27903" x2="39688" y2="30849"/>
                        <a14:backgroundMark x1="32929" y1="33102" x2="35182" y2="39341"/>
                        <a14:backgroundMark x1="43674" y1="73484" x2="46620" y2="752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822" y="4188541"/>
            <a:ext cx="2398737" cy="2398737"/>
          </a:xfrm>
          <a:prstGeom prst="rect">
            <a:avLst/>
          </a:prstGeom>
        </p:spPr>
      </p:pic>
      <p:pic>
        <p:nvPicPr>
          <p:cNvPr id="4" name="Picture 3" descr="Clipart - Dog &lt;strong&gt;Bone&lt;/strong&gt;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156" y="3917083"/>
            <a:ext cx="914400" cy="542916"/>
          </a:xfrm>
          <a:prstGeom prst="rect">
            <a:avLst/>
          </a:prstGeom>
        </p:spPr>
      </p:pic>
      <p:pic>
        <p:nvPicPr>
          <p:cNvPr id="5" name="free-dog-bark-41901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  <p:sp>
        <p:nvSpPr>
          <p:cNvPr id="8" name="Cloud Callout 7"/>
          <p:cNvSpPr/>
          <p:nvPr/>
        </p:nvSpPr>
        <p:spPr>
          <a:xfrm>
            <a:off x="6750256" y="1757973"/>
            <a:ext cx="1892300" cy="1168400"/>
          </a:xfrm>
          <a:prstGeom prst="cloudCallou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Oh! I found a bone.</a:t>
            </a:r>
          </a:p>
        </p:txBody>
      </p:sp>
    </p:spTree>
    <p:extLst>
      <p:ext uri="{BB962C8B-B14F-4D97-AF65-F5344CB8AC3E}">
        <p14:creationId xmlns:p14="http://schemas.microsoft.com/office/powerpoint/2010/main" val="2580905286"/>
      </p:ext>
    </p:extLst>
  </p:cSld>
  <p:clrMapOvr>
    <a:masterClrMapping/>
  </p:clrMapOvr>
  <p:transition spd="slow" advClick="0" advTm="2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6.2963E-6 L 6.25E-7 -6.2963E-6 C 0.0056 -0.00718 0.01094 -0.01528 0.01693 -0.02153 C 0.0194 -0.02431 0.03203 -0.02941 0.03385 -0.03033 C 0.04193 -0.0389 0.05013 -0.04677 0.05794 -0.05603 C 0.06042 -0.05903 0.06263 -0.06228 0.06523 -0.06459 C 0.06758 -0.06667 0.07031 -0.06667 0.07252 -0.06899 C 0.0776 -0.07408 0.08151 -0.08288 0.08698 -0.08612 L 0.10156 -0.09491 C 0.10482 -0.09908 0.10768 -0.10417 0.1112 -0.10765 C 0.12565 -0.12269 0.1263 -0.12246 0.13789 -0.12917 C 0.13997 -0.13218 0.15117 -0.14769 0.15482 -0.1507 C 0.15703 -0.15278 0.15963 -0.15325 0.16198 -0.1551 C 0.16536 -0.15765 0.16836 -0.16135 0.17174 -0.16366 C 0.17917 -0.16853 0.18581 -0.16829 0.19349 -0.17223 C 0.20456 -0.17825 0.20338 -0.18103 0.21289 -0.18519 C 0.23281 -0.19399 0.21719 -0.18496 0.23463 -0.19376 C 0.23711 -0.19515 0.23932 -0.19746 0.2418 -0.19816 C 0.27799 -0.20603 0.32174 -0.20232 0.3556 -0.20232 L 0.3556 -0.20232 L 0.36289 -0.21089 " pathEditMode="relative" ptsTypes="AAAAAAAAAAAAAAAAAAAAA">
                                      <p:cBhvr>
                                        <p:cTn id="8" dur="2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6" repeatCount="200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PG Waterfall &lt;strong&gt;Scene&lt;/strong&gt; PixelArt by Boomcake on Newground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Happy &lt;strong&gt;Dog&lt;/strong&gt; &lt;strong&gt;Cartoon&lt;/strong&gt; Art Free Stock Photo - Public Domain Pictures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256823">
            <a:off x="2685406" y="3540086"/>
            <a:ext cx="1895443" cy="1895443"/>
          </a:xfrm>
          <a:prstGeom prst="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</p:pic>
      <p:pic>
        <p:nvPicPr>
          <p:cNvPr id="6" name="Picture 5" descr="Clipart - Dog &lt;strong&gt;Bone&lt;/strong&gt;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493" y="4129168"/>
            <a:ext cx="914400" cy="542916"/>
          </a:xfrm>
          <a:prstGeom prst="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</p:pic>
      <p:sp>
        <p:nvSpPr>
          <p:cNvPr id="8" name="Cloud Callout 7"/>
          <p:cNvSpPr/>
          <p:nvPr/>
        </p:nvSpPr>
        <p:spPr>
          <a:xfrm>
            <a:off x="9537700" y="393700"/>
            <a:ext cx="1701800" cy="1257300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Oh! I found a new bone</a:t>
            </a:r>
          </a:p>
        </p:txBody>
      </p:sp>
      <p:pic>
        <p:nvPicPr>
          <p:cNvPr id="9" name="Picture 8" descr="Happy &lt;strong&gt;Dog&lt;/strong&gt; &lt;strong&gt;Cartoon&lt;/strong&gt; Art Free Stock Photo - Public Domain Pictures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31716" y1="42114" x2="31716" y2="42114"/>
                        <a14:foregroundMark x1="37955" y1="29116" x2="37955" y2="29116"/>
                        <a14:backgroundMark x1="34662" y1="44367" x2="34662" y2="44367"/>
                        <a14:backgroundMark x1="39168" y1="42808" x2="39168" y2="42808"/>
                        <a14:backgroundMark x1="41941" y1="41075" x2="43674" y2="30156"/>
                        <a14:backgroundMark x1="44887" y1="30156" x2="40381" y2="22184"/>
                        <a14:backgroundMark x1="39688" y1="21664" x2="52166" y2="15425"/>
                        <a14:backgroundMark x1="52860" y1="17678" x2="58579" y2="18891"/>
                        <a14:backgroundMark x1="73310" y1="22877" x2="67591" y2="25650"/>
                        <a14:backgroundMark x1="71057" y1="30849" x2="67591" y2="43328"/>
                        <a14:backgroundMark x1="68111" y1="45061" x2="68111" y2="57019"/>
                        <a14:backgroundMark x1="65858" y1="60312" x2="67591" y2="71231"/>
                        <a14:backgroundMark x1="67591" y1="71750" x2="75043" y2="76950"/>
                        <a14:backgroundMark x1="65858" y1="82496" x2="59619" y2="69497"/>
                        <a14:backgroundMark x1="59099" y1="69497" x2="52860" y2="70537"/>
                        <a14:backgroundMark x1="51127" y1="72270" x2="55113" y2="77470"/>
                        <a14:backgroundMark x1="43674" y1="81456" x2="37435" y2="71750"/>
                        <a14:backgroundMark x1="37435" y1="71231" x2="37435" y2="66031"/>
                        <a14:backgroundMark x1="33449" y1="71231" x2="30676" y2="73484"/>
                        <a14:backgroundMark x1="20451" y1="75737" x2="24437" y2="60312"/>
                        <a14:backgroundMark x1="22704" y1="62045" x2="25997" y2="52340"/>
                        <a14:backgroundMark x1="25997" y1="52340" x2="24957" y2="38128"/>
                        <a14:backgroundMark x1="24957" y1="39341" x2="28943" y2="33102"/>
                        <a14:backgroundMark x1="74350" y1="25650" x2="81802" y2="27903"/>
                        <a14:backgroundMark x1="75043" y1="33102" x2="84055" y2="33102"/>
                        <a14:backgroundMark x1="72790" y1="39861" x2="84749" y2="35875"/>
                        <a14:backgroundMark x1="71057" y1="47834" x2="89255" y2="45061"/>
                        <a14:backgroundMark x1="72097" y1="58579" x2="88042" y2="57019"/>
                        <a14:backgroundMark x1="23224" y1="27903" x2="39688" y2="30849"/>
                        <a14:backgroundMark x1="32929" y1="33102" x2="35182" y2="39341"/>
                        <a14:backgroundMark x1="43674" y1="73484" x2="46620" y2="752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56" y="1305259"/>
            <a:ext cx="2398737" cy="2398737"/>
          </a:xfrm>
          <a:prstGeom prst="rect">
            <a:avLst/>
          </a:prstGeom>
        </p:spPr>
      </p:pic>
      <p:pic>
        <p:nvPicPr>
          <p:cNvPr id="4" name="Picture 3" descr="Clipart - Dog &lt;strong&gt;Bone&lt;/strong&gt;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994" y="2004324"/>
            <a:ext cx="914400" cy="54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split orient="vert"/>
      </p:transition>
    </mc:Choice>
    <mc:Fallback xmlns="">
      <p:transition spd="slow" advClick="0" advTm="2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3.7037E-6 L -1.04167E-6 0.00023 C 0.01289 -0.00162 0.02578 -0.00255 0.03867 -0.0044 C 0.04518 -0.00533 0.05156 -0.00764 0.05794 -0.0088 C 0.09987 -0.01621 0.14167 -0.02824 0.18373 -0.0301 L 0.2806 -0.03449 C 0.31524 -0.03311 0.34987 -0.0338 0.38464 -0.0301 C 0.39271 -0.0294 0.40052 -0.02176 0.40886 -0.02153 L 0.525 -0.02593 C 0.5306 -0.02732 0.53633 -0.02824 0.54193 -0.0301 C 0.56419 -0.0382 0.55794 -0.04074 0.58047 -0.04306 C 0.60156 -0.04537 0.62266 -0.04607 0.64349 -0.04746 C 0.653 -0.05301 0.64896 -0.04861 0.6556 -0.06019 L 0.6556 -0.05996 L 0.6556 -0.06019 " pathEditMode="relative" rAng="0" ptsTypes="AAAAAAAAAA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773" y="-30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0.00717 L 2.91667E-6 -0.00694 C 0.00898 -0.00671 0.01797 -0.00648 0.02708 -0.00532 C 0.02812 -0.00532 0.02903 -0.00393 0.03021 -0.00347 C 0.0332 -0.00277 0.03646 -0.00254 0.03958 -0.00162 C 0.04127 -0.00138 0.04297 -0.00069 0.04479 0.00024 C 0.04583 0.0007 0.04674 0.00162 0.04791 0.00209 C 0.05169 0.00301 0.05547 0.00325 0.05937 0.00394 C 0.06067 0.0044 0.06211 0.0051 0.06354 0.00579 C 0.06927 0.00764 0.07278 0.00811 0.07916 0.0095 C 0.0862 0.01366 0.07734 0.00857 0.0875 0.0132 C 0.08971 0.01412 0.09245 0.01667 0.09479 0.0169 C 0.11211 0.01783 0.12942 0.01806 0.14687 0.01875 C 0.15221 0.01991 0.15508 0.02061 0.16041 0.02246 C 0.16211 0.02292 0.1638 0.02362 0.16562 0.02431 C 0.17213 0.02362 0.17877 0.02385 0.18541 0.02246 C 0.19648 0.01991 0.18763 0.01899 0.19479 0.0169 C 0.19778 0.01598 0.20442 0.01459 0.20729 0.01135 C 0.20833 0.00996 0.20924 0.00857 0.21041 0.00764 C 0.21901 -0.00023 0.20768 0.0125 0.21666 0.00209 C 0.21953 0.00255 0.22565 0.00255 0.22916 0.00579 C 0.23021 0.00672 0.23112 0.00834 0.23229 0.0095 C 0.2332 0.01019 0.23424 0.01065 0.23541 0.01135 C 0.23711 0.01204 0.24062 0.0132 0.24062 0.01343 L 0.24062 0.0132 L 0.32278 0.00394 L 0.43229 0.00209 C 0.43567 0.00139 0.43919 0.00139 0.44271 0.00024 C 0.44414 -0.00046 0.44531 -0.00277 0.44687 -0.00347 C 0.44843 -0.00463 0.45026 -0.00486 0.45208 -0.00532 C 0.45338 -0.00671 0.45468 -0.00833 0.45625 -0.00902 C 0.45755 -0.00995 0.46888 -0.01273 0.46979 -0.01273 L 0.59062 -0.01088 L 0.59062 -0.01064 L 0.63333 0.0095 L 0.58021 -0.00717 " pathEditMode="relative" rAng="0" ptsTypes="AAAAAAAAAAAAAAAAAAAAAAAAAAAAAAAAAA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667" y="129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0046 L 3.125E-6 0.00023 C 0.00781 -0.00209 0.01575 -0.00278 0.02383 -0.00509 C 0.02526 -0.00556 0.02695 -0.00834 0.02864 -0.00949 C 0.03086 -0.01181 0.0332 -0.01366 0.0358 -0.01412 C 0.04153 -0.01644 0.04765 -0.01759 0.05364 -0.01875 C 0.06015 -0.02384 0.06276 -0.02662 0.07031 -0.02778 C 0.09049 -0.03195 0.13125 -0.03704 0.13125 -0.03634 C 0.17799 -0.05926 0.14388 -0.04676 0.23385 -0.04167 C 0.24153 -0.03195 0.23958 -0.0331 0.25299 -0.03241 L 0.44883 -0.02778 L 0.44883 -0.02732 L 0.44883 -0.02778 " pathEditMode="relative" rAng="0" ptsTypes="AAAAAAAAAAA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35" y="-243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0.00023 L -4.58333E-6 0.00023 L 0.01329 -0.00486 C 0.01485 -0.00555 0.01654 -0.00671 0.01823 -0.00694 C 0.02136 -0.0081 0.02461 -0.00856 0.02787 -0.00926 C 0.03034 -0.01018 0.03282 -0.01111 0.03516 -0.01157 C 0.04232 -0.02083 0.03594 -0.01412 0.04974 -0.01852 C 0.05105 -0.01898 0.05209 -0.0206 0.05339 -0.02083 C 0.06055 -0.02268 0.07527 -0.02546 0.07527 -0.025 C 0.11329 -0.04352 0.07618 -0.02662 0.1823 -0.02986 C 0.19597 -0.03055 0.20977 -0.03171 0.22357 -0.03217 C 0.26107 -0.04653 0.23152 -0.03634 0.32696 -0.03217 C 0.33256 -0.03194 0.33816 -0.03032 0.34388 -0.02986 C 0.37058 -0.0294 0.3974 -0.02986 0.42422 -0.02986 L 0.42422 -0.02963 L 0.42422 -0.02986 " pathEditMode="relative" rAng="0" ptsTypes="AAAAAAAAAAAAAAAA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11" y="-19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appy &lt;strong&gt;Dog&lt;/strong&gt; &lt;strong&gt;Cartoon&lt;/strong&gt; Art Free Stock Photo - Public Domain Pictures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31716" y1="42114" x2="31716" y2="42114"/>
                        <a14:foregroundMark x1="37955" y1="29116" x2="37955" y2="29116"/>
                        <a14:backgroundMark x1="34662" y1="44367" x2="34662" y2="44367"/>
                        <a14:backgroundMark x1="39168" y1="42808" x2="39168" y2="42808"/>
                        <a14:backgroundMark x1="41941" y1="41075" x2="43674" y2="30156"/>
                        <a14:backgroundMark x1="44887" y1="30156" x2="40381" y2="22184"/>
                        <a14:backgroundMark x1="39688" y1="21664" x2="52166" y2="15425"/>
                        <a14:backgroundMark x1="52860" y1="17678" x2="58579" y2="18891"/>
                        <a14:backgroundMark x1="73310" y1="22877" x2="67591" y2="25650"/>
                        <a14:backgroundMark x1="71057" y1="30849" x2="67591" y2="43328"/>
                        <a14:backgroundMark x1="68111" y1="45061" x2="68111" y2="57019"/>
                        <a14:backgroundMark x1="65858" y1="60312" x2="67591" y2="71231"/>
                        <a14:backgroundMark x1="67591" y1="71750" x2="75043" y2="76950"/>
                        <a14:backgroundMark x1="65858" y1="82496" x2="59619" y2="69497"/>
                        <a14:backgroundMark x1="59099" y1="69497" x2="52860" y2="70537"/>
                        <a14:backgroundMark x1="51127" y1="72270" x2="55113" y2="77470"/>
                        <a14:backgroundMark x1="43674" y1="81456" x2="37435" y2="71750"/>
                        <a14:backgroundMark x1="37435" y1="71231" x2="37435" y2="66031"/>
                        <a14:backgroundMark x1="33449" y1="71231" x2="30676" y2="73484"/>
                        <a14:backgroundMark x1="20451" y1="75737" x2="24437" y2="60312"/>
                        <a14:backgroundMark x1="22704" y1="62045" x2="25997" y2="52340"/>
                        <a14:backgroundMark x1="25997" y1="52340" x2="24957" y2="38128"/>
                        <a14:backgroundMark x1="24957" y1="39341" x2="28943" y2="33102"/>
                        <a14:backgroundMark x1="74350" y1="25650" x2="81802" y2="27903"/>
                        <a14:backgroundMark x1="75043" y1="33102" x2="84055" y2="33102"/>
                        <a14:backgroundMark x1="72790" y1="39861" x2="84749" y2="35875"/>
                        <a14:backgroundMark x1="71057" y1="47834" x2="89255" y2="45061"/>
                        <a14:backgroundMark x1="72097" y1="58579" x2="88042" y2="57019"/>
                        <a14:backgroundMark x1="23224" y1="27903" x2="39688" y2="30849"/>
                        <a14:backgroundMark x1="32929" y1="33102" x2="35182" y2="39341"/>
                        <a14:backgroundMark x1="43674" y1="73484" x2="46620" y2="752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795" y="1030263"/>
            <a:ext cx="2398737" cy="2398737"/>
          </a:xfrm>
          <a:prstGeom prst="rect">
            <a:avLst/>
          </a:prstGeom>
        </p:spPr>
      </p:pic>
      <p:pic>
        <p:nvPicPr>
          <p:cNvPr id="2" name="Picture 1" descr="RPG Waterfall &lt;strong&gt;Scene&lt;/strong&gt; PixelArt by Boomcake on Newgrounds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Clipart - Dog &lt;strong&gt;Bone&lt;/strong&gt;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213" y="3429000"/>
            <a:ext cx="914400" cy="542916"/>
          </a:xfrm>
          <a:prstGeom prst="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</p:pic>
      <p:pic>
        <p:nvPicPr>
          <p:cNvPr id="7" name="Picture 6" descr="Happy &lt;strong&gt;Dog&lt;/strong&gt; &lt;strong&gt;Cartoon&lt;/strong&gt; Art Free Stock Photo - Public Domain Pictures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86085">
            <a:off x="8693555" y="3340528"/>
            <a:ext cx="2398737" cy="2398737"/>
          </a:xfrm>
          <a:prstGeom prst="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</p:pic>
      <p:pic>
        <p:nvPicPr>
          <p:cNvPr id="8" name="free-dog-bark-41901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  <p:sp>
        <p:nvSpPr>
          <p:cNvPr id="5" name="Cloud Callout 4"/>
          <p:cNvSpPr/>
          <p:nvPr/>
        </p:nvSpPr>
        <p:spPr>
          <a:xfrm>
            <a:off x="10043817" y="0"/>
            <a:ext cx="1515837" cy="1217533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Bark!</a:t>
            </a:r>
          </a:p>
        </p:txBody>
      </p:sp>
      <p:pic>
        <p:nvPicPr>
          <p:cNvPr id="10" name="Picture 9" descr="Happy &lt;strong&gt;Dog&lt;/strong&gt; &lt;strong&gt;Cartoon&lt;/strong&gt; Art Free Stock Photo - Public Domain Pictures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31716" y1="42114" x2="31716" y2="42114"/>
                        <a14:foregroundMark x1="37955" y1="29116" x2="37955" y2="29116"/>
                        <a14:backgroundMark x1="34662" y1="44367" x2="34662" y2="44367"/>
                        <a14:backgroundMark x1="39168" y1="42808" x2="39168" y2="42808"/>
                        <a14:backgroundMark x1="41941" y1="41075" x2="43674" y2="30156"/>
                        <a14:backgroundMark x1="44887" y1="30156" x2="40381" y2="22184"/>
                        <a14:backgroundMark x1="39688" y1="21664" x2="52166" y2="15425"/>
                        <a14:backgroundMark x1="52860" y1="17678" x2="58579" y2="18891"/>
                        <a14:backgroundMark x1="73310" y1="22877" x2="67591" y2="25650"/>
                        <a14:backgroundMark x1="71057" y1="30849" x2="67591" y2="43328"/>
                        <a14:backgroundMark x1="68111" y1="45061" x2="68111" y2="57019"/>
                        <a14:backgroundMark x1="65858" y1="60312" x2="67591" y2="71231"/>
                        <a14:backgroundMark x1="67591" y1="71750" x2="75043" y2="76950"/>
                        <a14:backgroundMark x1="65858" y1="82496" x2="59619" y2="69497"/>
                        <a14:backgroundMark x1="59099" y1="69497" x2="52860" y2="70537"/>
                        <a14:backgroundMark x1="51127" y1="72270" x2="55113" y2="77470"/>
                        <a14:backgroundMark x1="43674" y1="81456" x2="37435" y2="71750"/>
                        <a14:backgroundMark x1="37435" y1="71231" x2="37435" y2="66031"/>
                        <a14:backgroundMark x1="33449" y1="71231" x2="30676" y2="73484"/>
                        <a14:backgroundMark x1="20451" y1="75737" x2="24437" y2="60312"/>
                        <a14:backgroundMark x1="22704" y1="62045" x2="25997" y2="52340"/>
                        <a14:backgroundMark x1="25997" y1="52340" x2="24957" y2="38128"/>
                        <a14:backgroundMark x1="24957" y1="39341" x2="28943" y2="33102"/>
                        <a14:backgroundMark x1="74350" y1="25650" x2="81802" y2="27903"/>
                        <a14:backgroundMark x1="75043" y1="33102" x2="84055" y2="33102"/>
                        <a14:backgroundMark x1="72790" y1="39861" x2="84749" y2="35875"/>
                        <a14:backgroundMark x1="71057" y1="47834" x2="89255" y2="45061"/>
                        <a14:backgroundMark x1="72097" y1="58579" x2="88042" y2="57019"/>
                        <a14:backgroundMark x1="23224" y1="27903" x2="39688" y2="30849"/>
                        <a14:backgroundMark x1="32929" y1="33102" x2="35182" y2="39341"/>
                        <a14:backgroundMark x1="43674" y1="73484" x2="46620" y2="752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17" y="732081"/>
            <a:ext cx="2398737" cy="2398737"/>
          </a:xfrm>
          <a:prstGeom prst="rect">
            <a:avLst/>
          </a:prstGeom>
        </p:spPr>
      </p:pic>
      <p:pic>
        <p:nvPicPr>
          <p:cNvPr id="4" name="Picture 3" descr="Clipart - Dog &lt;strong&gt;Bone&lt;/strong&gt;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157" y="1416548"/>
            <a:ext cx="914400" cy="54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split orient="vert"/>
      </p:transition>
    </mc:Choice>
    <mc:Fallback xmlns="">
      <p:transition spd="slow" advClick="0" advTm="2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81481E-6 L -2.29167E-6 0.00024 C 0.00078 0.01274 0.00156 0.0257 0.00235 0.03866 C 0.00326 0.0544 0.00378 0.07014 0.00469 0.08588 C 0.00534 0.09746 0.00638 0.1088 0.00716 0.12038 C 0.01068 0.17686 0.00755 0.14607 0.01198 0.18496 C 0.00912 0.43588 0.00951 0.32825 0.00951 0.50741 L 0.00951 0.50764 " pathEditMode="relative" rAng="0" ptsTypes="AAAAAA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" y="2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6" repeatCount="200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PG Waterfall &lt;strong&gt;Scene&lt;/strong&gt; PixelArt by Boomcake on Newground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Happy &lt;strong&gt;Dog&lt;/strong&gt; &lt;strong&gt;Cartoon&lt;/strong&gt; Art Free Stock Photo - Public Domain Pictures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950320" y="3429000"/>
            <a:ext cx="2273079" cy="2273079"/>
          </a:xfrm>
          <a:prstGeom prst="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B prst="softRound"/>
          </a:sp3d>
        </p:spPr>
      </p:pic>
      <p:sp>
        <p:nvSpPr>
          <p:cNvPr id="4" name="Cloud Callout 3"/>
          <p:cNvSpPr/>
          <p:nvPr/>
        </p:nvSpPr>
        <p:spPr>
          <a:xfrm>
            <a:off x="9908275" y="0"/>
            <a:ext cx="1842447" cy="1378424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Oh! I lost  everything</a:t>
            </a:r>
          </a:p>
        </p:txBody>
      </p:sp>
      <p:pic>
        <p:nvPicPr>
          <p:cNvPr id="6" name="Picture 5" descr="Happy &lt;strong&gt;Dog&lt;/strong&gt; &lt;strong&gt;Cartoon&lt;/strong&gt; Art Free Stock Photo - Public Domain Pictures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31716" y1="42114" x2="31716" y2="42114"/>
                        <a14:foregroundMark x1="37955" y1="29116" x2="37955" y2="29116"/>
                        <a14:backgroundMark x1="34662" y1="44367" x2="34662" y2="44367"/>
                        <a14:backgroundMark x1="39168" y1="42808" x2="39168" y2="42808"/>
                        <a14:backgroundMark x1="41941" y1="41075" x2="43674" y2="30156"/>
                        <a14:backgroundMark x1="44887" y1="30156" x2="40381" y2="22184"/>
                        <a14:backgroundMark x1="39688" y1="21664" x2="52166" y2="15425"/>
                        <a14:backgroundMark x1="52860" y1="17678" x2="58579" y2="18891"/>
                        <a14:backgroundMark x1="73310" y1="22877" x2="67591" y2="25650"/>
                        <a14:backgroundMark x1="71057" y1="30849" x2="67591" y2="43328"/>
                        <a14:backgroundMark x1="68111" y1="45061" x2="68111" y2="57019"/>
                        <a14:backgroundMark x1="65858" y1="60312" x2="67591" y2="71231"/>
                        <a14:backgroundMark x1="67591" y1="71750" x2="75043" y2="76950"/>
                        <a14:backgroundMark x1="65858" y1="82496" x2="59619" y2="69497"/>
                        <a14:backgroundMark x1="59099" y1="69497" x2="52860" y2="70537"/>
                        <a14:backgroundMark x1="51127" y1="72270" x2="55113" y2="77470"/>
                        <a14:backgroundMark x1="43674" y1="81456" x2="37435" y2="71750"/>
                        <a14:backgroundMark x1="37435" y1="71231" x2="37435" y2="66031"/>
                        <a14:backgroundMark x1="33449" y1="71231" x2="30676" y2="73484"/>
                        <a14:backgroundMark x1="20451" y1="75737" x2="24437" y2="60312"/>
                        <a14:backgroundMark x1="22704" y1="62045" x2="25997" y2="52340"/>
                        <a14:backgroundMark x1="25997" y1="52340" x2="24957" y2="38128"/>
                        <a14:backgroundMark x1="24957" y1="39341" x2="28943" y2="33102"/>
                        <a14:backgroundMark x1="74350" y1="25650" x2="81802" y2="27903"/>
                        <a14:backgroundMark x1="75043" y1="33102" x2="84055" y2="33102"/>
                        <a14:backgroundMark x1="72790" y1="39861" x2="84749" y2="35875"/>
                        <a14:backgroundMark x1="71057" y1="47834" x2="89255" y2="45061"/>
                        <a14:backgroundMark x1="72097" y1="58579" x2="88042" y2="57019"/>
                        <a14:backgroundMark x1="23224" y1="27903" x2="39688" y2="30849"/>
                        <a14:backgroundMark x1="32929" y1="33102" x2="35182" y2="39341"/>
                        <a14:backgroundMark x1="43674" y1="73484" x2="46620" y2="752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620" y="814884"/>
            <a:ext cx="2398737" cy="239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4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split orient="vert"/>
      </p:transition>
    </mc:Choice>
    <mc:Fallback xmlns="">
      <p:transition spd="slow" advClick="0" advTm="2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4000">
              <a:schemeClr val="accent1">
                <a:lumMod val="75000"/>
              </a:schemeClr>
            </a:gs>
            <a:gs pos="100000">
              <a:schemeClr val="accent6"/>
            </a:gs>
            <a:gs pos="0">
              <a:schemeClr val="accent6">
                <a:lumMod val="60000"/>
                <a:lumOff val="4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0374" y="1592826"/>
            <a:ext cx="94684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                 Moral: </a:t>
            </a:r>
          </a:p>
          <a:p>
            <a:r>
              <a:rPr lang="en-US" sz="7200" dirty="0"/>
              <a:t>        Greed is the curse.</a:t>
            </a:r>
          </a:p>
        </p:txBody>
      </p:sp>
    </p:spTree>
    <p:extLst>
      <p:ext uri="{BB962C8B-B14F-4D97-AF65-F5344CB8AC3E}">
        <p14:creationId xmlns:p14="http://schemas.microsoft.com/office/powerpoint/2010/main" val="311856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50</Words>
  <Application>Microsoft Office PowerPoint</Application>
  <PresentationFormat>Widescreen</PresentationFormat>
  <Paragraphs>10</Paragraphs>
  <Slides>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Mian Abdul Mateen</cp:lastModifiedBy>
  <cp:revision>20</cp:revision>
  <dcterms:created xsi:type="dcterms:W3CDTF">2025-10-27T16:18:09Z</dcterms:created>
  <dcterms:modified xsi:type="dcterms:W3CDTF">2025-11-18T10:22:17Z</dcterms:modified>
</cp:coreProperties>
</file>