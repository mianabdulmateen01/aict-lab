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70" d="100"/>
          <a:sy n="70" d="100"/>
        </p:scale>
        <p:origin x="605" y="2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1D7C-48E5-330C-83B6-49099AA88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5C974C-1C13-22B4-8DEB-3130FA093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9A903-B7FC-47E5-7A01-AF98538FC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405B-04AF-4426-917D-43BC884ED3D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A5CF2-9816-5ED8-F755-775DDD4D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3BD31-18A2-724E-DF02-E289282B1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2CD9-2BFA-431B-9D03-4CE4E3949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68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ECD1-0775-C497-EC60-9362155BD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12E06-6F0D-ADDC-D70B-A0F88CAB1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2A3A9-6DCA-01F2-8D5E-D8D2BFC60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405B-04AF-4426-917D-43BC884ED3D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75D7-6BA1-4CF3-D085-421AEE2EC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61906-E5F5-52A8-A6C0-73B5A40B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2CD9-2BFA-431B-9D03-4CE4E3949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66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3A569-18EF-6E1C-C4A2-4C929BC76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A2B2D-57AE-FF85-62F1-7D5BD4AE1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D3B69-CE00-3668-C465-A9D0435C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405B-04AF-4426-917D-43BC884ED3D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BFEE6-E6CC-F805-0D2E-724B63004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50F94-F187-77C3-79FC-B7DD3EFA6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2CD9-2BFA-431B-9D03-4CE4E3949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2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6334-4B1B-4B84-4CBE-73469F3F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4B23A-7F58-D72F-9383-7F09AFFF4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65F37-BCEE-EEB1-73D8-C6FF1EDCE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75284-0F14-D7AA-8B6A-19FFC0B4F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405B-04AF-4426-917D-43BC884ED3D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66F3F-C99C-7F89-D9AA-45AEE7D7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E0652-3E86-9691-74BE-949DC2D3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2CD9-2BFA-431B-9D03-4CE4E3949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8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2544-B49C-5894-83CF-AB5486EC4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B11D6-C5F8-BDDA-C837-DC067AB70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58026-B2FF-77F6-8C02-DD39CB25A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74690-5FAC-1E7C-0CB2-07DDC30CD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359E1F-0A42-C65C-D5DA-DB3E83BB4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6E348-84C1-D30E-14A0-9227E75A9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405B-04AF-4426-917D-43BC884ED3D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A6EDCC-A871-BC26-65DD-89ACA8B7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EF2D-EA69-E68C-3442-56B4F000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2CD9-2BFA-431B-9D03-4CE4E3949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7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252A-6A43-3A5D-F503-9505CEC1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2A0E92-52C9-A32B-8140-E4FAD4B5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405B-04AF-4426-917D-43BC884ED3D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CC8C3-67DC-92CE-F1FA-0EA03291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9D0D5-9243-B570-4AE6-05B68C6C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2CD9-2BFA-431B-9D03-4CE4E3949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443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43DFC-2AE3-6FB2-0D06-434374961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405B-04AF-4426-917D-43BC884ED3D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9D15C-D737-5B20-19A9-2708AD46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01750-2F5D-3260-ED7A-F3041F15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2CD9-2BFA-431B-9D03-4CE4E3949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5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151D-49CF-837D-FD2C-BA619166C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F1549-254E-9D3E-0219-4DA7DAB00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4583F-4784-8B27-CBBB-4AD72AA86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4744D-1B82-58B4-54F8-E98FF396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405B-04AF-4426-917D-43BC884ED3D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45EF9-4538-8E2E-2BFA-8B498841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E0FF-07D2-1A0D-1F8B-DBDBAADF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2CD9-2BFA-431B-9D03-4CE4E3949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25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584E-0351-585F-4A0F-E49B12F9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0E5DBE-2DF0-13B1-FC93-2FFB7C6E7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9BCA0-3A37-F61E-622E-2510CF0F6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E3F93-A028-221D-18E0-106B4156E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405B-04AF-4426-917D-43BC884ED3D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955F9-39C8-00FF-52F0-0C11D67D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B01B9-66BE-668B-FF8E-73D3AF11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2CD9-2BFA-431B-9D03-4CE4E3949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62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3914-9131-D3B2-08CA-B2E30175D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05B90-2C53-FF28-BDB7-522E660A5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39F74-5E49-73F6-60FB-61B8BC53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405B-04AF-4426-917D-43BC884ED3D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BCB4C-551D-1261-D70A-714CF873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D67C9-3302-1792-974A-616E8224F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2CD9-2BFA-431B-9D03-4CE4E3949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3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98E91-E5EA-C2E6-70DE-5416BC5D9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1A789-4784-5C0F-E38E-D58E024E5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6BA7D-292D-E261-8497-44932D62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A405B-04AF-4426-917D-43BC884ED3D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3DD1F-48F7-A1CE-11AF-EED203AF9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289D0-7570-629C-8006-7A08084F0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2CD9-2BFA-431B-9D03-4CE4E3949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1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AB0C4-CA18-97F5-9CDA-21E8F31D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C573B-7BE4-04C6-BF6A-F3C14DC0D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AA34A-A25E-74D3-4490-94814493A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A405B-04AF-4426-917D-43BC884ED3D4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AD343-1D8E-8064-F23A-B1814EBD7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7544E-2858-AC81-4396-4EA6C68F3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C2CD9-2BFA-431B-9D03-4CE4E3949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0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CDE45607-1BD9-043F-BE6D-BBEAFFFA3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43580" cy="699951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A7EA2A7-79A9-F607-F7C8-1F268CBACDF5}"/>
              </a:ext>
            </a:extLst>
          </p:cNvPr>
          <p:cNvGrpSpPr/>
          <p:nvPr/>
        </p:nvGrpSpPr>
        <p:grpSpPr>
          <a:xfrm>
            <a:off x="962986" y="-1392172"/>
            <a:ext cx="10266028" cy="10006783"/>
            <a:chOff x="2214965" y="-353963"/>
            <a:chExt cx="7766978" cy="7570840"/>
          </a:xfrm>
          <a:scene3d>
            <a:camera prst="isometricOffAxis1Top">
              <a:rot lat="18061630" lon="20003554" rev="2252583"/>
            </a:camera>
            <a:lightRig rig="threePt" dir="t"/>
          </a:scene3d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237F8E2-1F24-F853-3C6F-B15BE0C215A1}"/>
                </a:ext>
              </a:extLst>
            </p:cNvPr>
            <p:cNvSpPr/>
            <p:nvPr/>
          </p:nvSpPr>
          <p:spPr>
            <a:xfrm>
              <a:off x="5125060" y="2482644"/>
              <a:ext cx="1946788" cy="1897626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328299F-8AA2-BBD7-CA23-31B215E9AEA6}"/>
                </a:ext>
              </a:extLst>
            </p:cNvPr>
            <p:cNvSpPr/>
            <p:nvPr/>
          </p:nvSpPr>
          <p:spPr>
            <a:xfrm>
              <a:off x="5125060" y="2482644"/>
              <a:ext cx="1946788" cy="1897626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BA9D367-11B5-D3BC-036A-BBEA02BA9E6B}"/>
                </a:ext>
              </a:extLst>
            </p:cNvPr>
            <p:cNvSpPr/>
            <p:nvPr/>
          </p:nvSpPr>
          <p:spPr>
            <a:xfrm>
              <a:off x="2214965" y="-353963"/>
              <a:ext cx="7766978" cy="7570840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86EA2B9-57D6-FC2D-EA67-C5457A8BF244}"/>
                </a:ext>
              </a:extLst>
            </p:cNvPr>
            <p:cNvSpPr/>
            <p:nvPr/>
          </p:nvSpPr>
          <p:spPr>
            <a:xfrm>
              <a:off x="2779835" y="196643"/>
              <a:ext cx="6637238" cy="6469628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ED8267A-A8FE-A371-B385-090B3232B73C}"/>
                </a:ext>
              </a:extLst>
            </p:cNvPr>
            <p:cNvSpPr/>
            <p:nvPr/>
          </p:nvSpPr>
          <p:spPr>
            <a:xfrm>
              <a:off x="3304358" y="707920"/>
              <a:ext cx="5588192" cy="5447074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CEA5A51-9733-491B-8A0B-9C02B2238D37}"/>
                </a:ext>
              </a:extLst>
            </p:cNvPr>
            <p:cNvSpPr/>
            <p:nvPr/>
          </p:nvSpPr>
          <p:spPr>
            <a:xfrm>
              <a:off x="3818795" y="1209366"/>
              <a:ext cx="4559318" cy="4444182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BBB44F1-A6D7-2218-91F5-633680071539}"/>
                </a:ext>
              </a:extLst>
            </p:cNvPr>
            <p:cNvSpPr/>
            <p:nvPr/>
          </p:nvSpPr>
          <p:spPr>
            <a:xfrm>
              <a:off x="4302970" y="1681314"/>
              <a:ext cx="3590968" cy="3500286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508115-D634-66DB-BD7D-6E92A3BBBDED}"/>
                </a:ext>
              </a:extLst>
            </p:cNvPr>
            <p:cNvSpPr/>
            <p:nvPr/>
          </p:nvSpPr>
          <p:spPr>
            <a:xfrm>
              <a:off x="4716537" y="2084437"/>
              <a:ext cx="2763834" cy="2694040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D9690B1-DC05-0FEB-21AE-9F19C95A7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54994" y="3429000"/>
            <a:ext cx="806978" cy="4519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64CEF1F-A6F5-26C3-2C22-D82DA91B9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429" y="4179073"/>
            <a:ext cx="451908" cy="4519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E150BCA-409D-67F3-FC5D-8288A7C1E0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28329" y="3980306"/>
            <a:ext cx="442805" cy="44280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27006B3-B524-BF71-B92A-55F0AD2DDA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05992" y="4524230"/>
            <a:ext cx="470757" cy="4707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6C923E1-1971-CE81-247F-E749AEF0B4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853" y="2357123"/>
            <a:ext cx="952883" cy="60486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E4DC397-54D4-ACF9-8D96-FCB34A6E9F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476749" y="1340135"/>
            <a:ext cx="798638" cy="44848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7CC61E6-801C-DF4A-4A61-FA21825BF4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43697" y="5310229"/>
            <a:ext cx="518391" cy="5183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AE241C-D14F-7841-3A09-8A4C338118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6006" y="2447236"/>
            <a:ext cx="1819986" cy="181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56 0.02778 L -0.00456 0.02801 C 0.00013 0.0412 -0.00117 0.03889 0.00429 0.05 C 0.00495 0.05116 0.00547 0.05232 0.00612 0.05301 C 0.00729 0.0544 0.00859 0.05509 0.00976 0.05625 C 0.01041 0.05718 0.01067 0.0588 0.01146 0.05949 C 0.01315 0.06088 0.0151 0.06157 0.01679 0.06273 C 0.01927 0.0669 0.01823 0.0662 0.02226 0.06736 C 0.03242 0.0706 0.0332 0.07037 0.04271 0.07222 C 0.04388 0.07269 0.04518 0.07292 0.04635 0.07384 C 0.04752 0.07454 0.04857 0.07662 0.04987 0.07685 C 0.05403 0.07824 0.0582 0.07801 0.06237 0.07847 C 0.06354 0.07894 0.06471 0.08009 0.06601 0.08009 C 0.10573 0.08009 0.09791 0.08125 0.11953 0.07685 C 0.12044 0.07639 0.12135 0.07569 0.12226 0.07523 C 0.1237 0.07477 0.12526 0.07454 0.12669 0.07384 C 0.13698 0.06759 0.1207 0.07269 0.13737 0.06898 C 0.14049 0.06736 0.14596 0.06482 0.14896 0.06273 C 0.15052 0.06157 0.15195 0.06042 0.15351 0.05949 C 0.15612 0.05787 0.15898 0.05694 0.16146 0.05463 C 0.16263 0.0537 0.1638 0.05232 0.1651 0.05162 C 0.16679 0.05023 0.16888 0.05023 0.17044 0.04838 C 0.17708 0.04051 0.16979 0.04954 0.17487 0.04213 C 0.17604 0.04028 0.17721 0.03866 0.17851 0.03727 C 0.18672 0.02708 0.18359 0.0294 0.18919 0.02616 C 0.19062 0.02361 0.19245 0.0213 0.19362 0.01829 C 0.19609 0.01157 0.19466 0.01482 0.19817 0.0088 C 0.1987 0.0044 0.19896 -3.7037E-7 0.19987 -0.00393 C 0.20026 -0.00532 0.20169 -0.00556 0.20169 -0.00718 C 0.20195 -0.01667 0.20221 -0.02639 0.20078 -0.03565 C 0.2 -0.04074 0.19752 -0.04468 0.19544 -0.04838 C 0.19479 -0.04954 0.1944 -0.05069 0.19362 -0.05162 C 0.19284 -0.05255 0.19192 -0.05255 0.19101 -0.05324 C 0.18281 -0.06296 0.19557 -0.04722 0.18476 -0.06273 C 0.18307 -0.06505 0.18112 -0.0669 0.17929 -0.06898 C 0.17734 -0.0713 0.17539 -0.07407 0.17304 -0.07546 C 0.17161 -0.07616 0.17018 -0.07639 0.16862 -0.07685 C 0.1664 -0.07893 0.16471 -0.08079 0.16237 -0.08171 C 0.16067 -0.08241 0.15885 -0.08287 0.15703 -0.08333 C 0.15104 -0.08866 0.15573 -0.08542 0.14726 -0.08796 C 0.13997 -0.09051 0.14765 -0.08866 0.13919 -0.09282 C 0.13737 -0.09375 0.13567 -0.09398 0.13385 -0.09444 C 0.11823 -0.09838 0.13411 -0.09375 0.12135 -0.09745 L 0.08021 -0.09606 C 0.07929 -0.09583 0.07851 -0.09468 0.0776 -0.09444 C 0.07552 -0.09375 0.07344 -0.09329 0.07135 -0.09282 L 0.0526 -0.08171 C 0.05104 -0.08056 0.04961 -0.0794 0.04804 -0.07847 C 0.0457 -0.07731 0.04336 -0.07662 0.04101 -0.07546 C 0.0401 -0.075 0.03919 -0.07431 0.03828 -0.07384 C 0.03737 -0.07268 0.03659 -0.0713 0.03554 -0.0706 C 0.03385 -0.06921 0.03021 -0.06736 0.03021 -0.06713 C 0.02929 -0.06643 0.02838 -0.06551 0.0276 -0.06435 C 0.02682 -0.06296 0.02669 -0.06065 0.02578 -0.05949 C 0.02448 -0.05787 0.02278 -0.05741 0.02135 -0.05625 C 0.01705 -0.04884 0.02213 -0.05764 0.01328 -0.04514 C 0.00963 -0.04005 0.01367 -0.04329 0.00885 -0.04051 C 0.0082 -0.03889 0.00768 -0.03727 0.00703 -0.03565 C 0.00534 -0.03148 0.00169 -0.02292 0.00169 -0.02268 C -0.00039 -0.01204 0.00117 -0.01597 -0.00196 -0.01042 C -0.00248 -0.00764 -0.00287 -0.00486 -0.00365 -0.00231 C -0.00417 -0.00116 -0.00534 -0.00069 -0.00547 0.00069 C -0.00651 0.0088 -0.00469 0.02315 -0.00456 0.02778 Z " pathEditMode="relative" rAng="0" ptsTypes="AAAAAAAAAAAAAAAAAAAAAAAAAAAAAAAAAAAAAAAAAAAAAAAAAAAAAAAAAAAAAAA">
                                      <p:cBhvr>
                                        <p:cTn id="6" dur="1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47" y="-365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72 -0.00949 L 0.01172 -0.00926 C 0.02799 -0.02245 0.01549 -0.01042 0.02148 -0.01898 C 0.02317 -0.02153 0.02474 -0.02199 0.02604 -0.02546 C 0.02734 -0.02917 0.02773 -0.03333 0.02955 -0.03657 C 0.03034 -0.03773 0.03138 -0.03866 0.03229 -0.03958 C 0.03346 -0.04282 0.03463 -0.04583 0.0358 -0.04907 C 0.03646 -0.05116 0.03685 -0.05347 0.03763 -0.05556 C 0.03867 -0.0588 0.04023 -0.06157 0.04114 -0.06505 C 0.04349 -0.07338 0.04205 -0.06968 0.04557 -0.07616 C 0.04778 -0.0912 0.04635 -0.08495 0.04922 -0.09514 C 0.05156 -0.12037 0.05312 -0.12431 0.05104 -0.14907 C 0.05078 -0.15093 0.04974 -0.15231 0.04922 -0.15394 C 0.04856 -0.15602 0.04804 -0.1581 0.04739 -0.16019 C 0.04674 -0.16227 0.04362 -0.17014 0.04297 -0.1713 C 0.04218 -0.17269 0.04114 -0.17361 0.04023 -0.17454 C 0.0388 -0.17616 0.03724 -0.17778 0.0358 -0.17917 C 0.03463 -0.18194 0.03372 -0.18495 0.03229 -0.18727 C 0.03151 -0.18819 0.03034 -0.18796 0.02955 -0.18889 C 0.02252 -0.19606 0.02955 -0.1919 0.02239 -0.19514 C 0.0151 -0.20394 0.02669 -0.19097 0.00989 -0.20139 C 0.00794 -0.20278 0.00638 -0.20579 0.00455 -0.20787 C -0.00117 -0.21458 0.00299 -0.21065 -0.00886 -0.21412 C -0.03269 -0.23102 -0.01237 -0.21852 -0.0642 -0.22847 C -0.06511 -0.2287 -0.06589 -0.22986 -0.0668 -0.23009 C -0.08021 -0.23102 -0.09362 -0.23102 -0.10703 -0.23171 C -0.12292 -0.24097 -0.11315 -0.23565 -0.15261 -0.23472 C -0.16263 -0.23449 -0.18099 -0.23056 -0.1918 -0.22847 C -0.1931 -0.22731 -0.19414 -0.22616 -0.19545 -0.22523 C -0.19623 -0.22454 -0.19714 -0.22407 -0.19805 -0.22361 C -0.2043 -0.22037 -0.21081 -0.21852 -0.2168 -0.21412 C -0.22578 -0.20787 -0.21979 -0.21157 -0.23555 -0.20625 C -0.23711 -0.20509 -0.23854 -0.20394 -0.24011 -0.20301 C -0.2418 -0.20231 -0.24375 -0.20255 -0.24545 -0.20139 C -0.24766 -0.2 -0.24948 -0.19699 -0.2517 -0.19514 C -0.25313 -0.19375 -0.25469 -0.19306 -0.25612 -0.1919 C -0.2569 -0.19097 -0.26328 -0.18102 -0.26511 -0.17917 C -0.26589 -0.17847 -0.2668 -0.17824 -0.26771 -0.17778 C -0.26888 -0.17616 -0.26992 -0.17407 -0.27136 -0.17292 C -0.27383 -0.17037 -0.2767 -0.16875 -0.2793 -0.16667 C -0.2806 -0.16551 -0.28177 -0.16435 -0.28295 -0.16343 C -0.28347 -0.16227 -0.28399 -0.16111 -0.28464 -0.16019 C -0.2862 -0.1581 -0.28776 -0.15625 -0.2892 -0.15394 C -0.29506 -0.14329 -0.28646 -0.1544 -0.29362 -0.14606 C -0.29662 -0.13009 -0.29401 -0.13889 -0.30339 -0.12222 L -0.30521 -0.11898 L -0.30795 -0.11412 C -0.31107 -0.10278 -0.30821 -0.11204 -0.3142 -0.09838 C -0.31862 -0.08819 -0.3125 -0.09954 -0.31953 -0.08565 C -0.32097 -0.08287 -0.32396 -0.07778 -0.32396 -0.07755 C -0.32422 -0.07569 -0.32461 -0.07361 -0.32487 -0.0713 C -0.32526 -0.06829 -0.32526 -0.06505 -0.32578 -0.06181 C -0.32617 -0.05903 -0.32696 -0.05648 -0.32748 -0.05394 C -0.32722 -0.04699 -0.32761 -0.04005 -0.3267 -0.03333 C -0.32539 -0.02407 -0.32409 -0.02245 -0.32136 -0.01736 C -0.32097 -0.01528 -0.32097 -0.01296 -0.32045 -0.01111 C -0.31979 -0.0088 -0.31862 -0.00694 -0.31771 -0.00463 C -0.31706 -0.00324 -0.31654 -0.00162 -0.31589 0 C -0.31081 0.01412 -0.3142 0.01111 -0.30886 0.01435 C -0.30795 0.01597 -0.30716 0.01782 -0.30612 0.01898 C -0.29753 0.02986 -0.3069 0.01551 -0.29987 0.02546 C -0.29922 0.02639 -0.29883 0.02778 -0.29805 0.02847 C -0.29584 0.03148 -0.29323 0.0338 -0.29089 0.03657 C -0.29011 0.0375 -0.28933 0.03912 -0.28828 0.03958 C -0.28685 0.04074 -0.28529 0.04074 -0.28386 0.0412 C -0.27631 0.04792 -0.28203 0.04375 -0.26771 0.04606 C -0.26511 0.04653 -0.26237 0.04699 -0.25964 0.04769 C -0.25795 0.04861 -0.25612 0.04977 -0.2543 0.05069 C -0.24974 0.05324 -0.23763 0.05671 -0.23646 0.05718 C -0.23412 0.05787 -0.23073 0.05995 -0.22839 0.06042 C -0.20052 0.06343 -0.21198 0.06019 -0.18737 0.06343 C -0.18112 0.06435 -0.17487 0.06551 -0.16862 0.06667 C -0.1668 0.0669 -0.16511 0.06782 -0.16328 0.06829 C -0.15821 0.06944 -0.15313 0.07037 -0.14805 0.07153 C -0.13828 0.07083 -0.12839 0.07106 -0.11862 0.06991 C -0.11862 0.07014 -0.10795 0.06343 -0.10795 0.06366 L -0.0892 0.0588 C -0.07722 0.05023 -0.08347 0.05278 -0.07045 0.05069 C -0.0681 0.04861 -0.06589 0.04514 -0.06328 0.04444 C -0.03737 0.03843 -0.04961 0.04097 -0.0267 0.03657 C -0.02604 0.03542 -0.02552 0.03426 -0.02487 0.03333 C -0.02344 0.03125 -0.01888 0.02662 -0.01771 0.02546 C -0.0168 0.02431 -0.01589 0.02338 -0.01511 0.02222 C -0.01446 0.0213 -0.01407 0.01991 -0.01328 0.01898 C -0.01224 0.01782 -0.01094 0.0169 -0.00977 0.01597 C -0.00547 0.00833 -0.01094 0.01759 -0.00521 0.00949 C -0.00456 0.00856 -0.00417 0.00718 -0.00352 0.00625 C -0.00274 0.00556 -0.0017 0.00532 -0.00078 0.00486 C 0.00208 -0.00046 0.00221 -0.00162 0.00547 -0.00463 C 0.00664 -0.00602 0.01067 -0.0088 0.01172 -0.00949 Z " pathEditMode="relative" rAng="0" ptsTypes="AAAAAAAAAAAAAAAAAAAAAAAAAAAAAAAAAAAAAAAAAAAAAAAAAAAAAAAAAAAAAAAAAAAAAAAAAAAAAAAAAAAAAAAAAA">
                                      <p:cBhvr>
                                        <p:cTn id="8" dur="2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48" y="-733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15 -0.00208 L 0.01315 -0.00185 C 0.01484 -0.00231 0.02214 -0.00324 0.02487 -0.00532 C 0.02578 -0.00602 0.02656 -0.00764 0.02747 -0.00833 C 0.02891 -0.00972 0.03047 -0.01042 0.0319 -0.01157 C 0.03815 -0.01713 0.03073 -0.01296 0.03815 -0.01643 C 0.03997 -0.01852 0.0418 -0.02037 0.04362 -0.02268 C 0.04427 -0.02361 0.04453 -0.02523 0.04531 -0.02592 C 0.04701 -0.02731 0.04896 -0.02778 0.05065 -0.02893 C 0.05195 -0.02986 0.05313 -0.03125 0.0543 -0.03217 C 0.06237 -0.04653 0.05117 -0.02754 0.06055 -0.04004 C 0.06185 -0.0419 0.06276 -0.04444 0.06406 -0.04653 C 0.06523 -0.04815 0.06654 -0.04954 0.06771 -0.05116 C 0.06836 -0.05231 0.06875 -0.05347 0.0694 -0.0544 C 0.07005 -0.05532 0.07448 -0.06134 0.07565 -0.06227 C 0.07656 -0.06319 0.07747 -0.06342 0.07839 -0.06389 C 0.07891 -0.06551 0.0793 -0.06759 0.08021 -0.06875 C 0.08932 -0.08125 0.08333 -0.07037 0.08997 -0.07824 C 0.09245 -0.08125 0.09453 -0.08495 0.09714 -0.08773 C 0.10273 -0.09375 0.1 -0.0912 0.10521 -0.0956 C 0.10664 -0.09838 0.10781 -0.10162 0.10964 -0.1037 C 0.11224 -0.10671 0.11536 -0.10903 0.11771 -0.11319 L 0.12214 -0.12106 C 0.12409 -0.12801 0.1237 -0.12754 0.12656 -0.13379 C 0.12708 -0.13495 0.1276 -0.13634 0.12839 -0.13704 C 0.12943 -0.13796 0.13073 -0.13796 0.1319 -0.13866 L 0.13815 -0.14977 C 0.13906 -0.15139 0.1401 -0.15254 0.14089 -0.1544 L 0.1444 -0.16389 C 0.14479 -0.16667 0.14479 -0.16944 0.14531 -0.17199 C 0.1457 -0.17338 0.14675 -0.17384 0.14714 -0.175 C 0.14766 -0.17708 0.14766 -0.1794 0.14805 -0.18148 C 0.14831 -0.18773 0.14831 -0.19421 0.14896 -0.20046 C 0.14922 -0.2037 0.15052 -0.20671 0.15065 -0.20995 C 0.15091 -0.21481 0.15013 -0.21944 0.14974 -0.2243 C 0.14974 -0.22477 0.14896 -0.24421 0.14805 -0.24815 C 0.14766 -0.24954 0.14675 -0.25 0.14622 -0.25139 C 0.14518 -0.2537 0.14466 -0.25671 0.14349 -0.25926 C 0.14219 -0.26204 0.14036 -0.26412 0.13906 -0.26713 C 0.13815 -0.26921 0.13737 -0.27153 0.13646 -0.27361 C 0.13503 -0.27639 0.1319 -0.28148 0.1319 -0.28125 C 0.1306 -0.28866 0.13047 -0.2912 0.12565 -0.29722 C 0.12448 -0.29884 0.12266 -0.29838 0.12122 -0.29884 C 0.11667 -0.30694 0.11706 -0.30764 0.10964 -0.31319 C 0.1082 -0.31435 0.10664 -0.31435 0.10521 -0.31481 C 0.10208 -0.31852 0.10208 -0.31898 0.09805 -0.32106 C 0.0957 -0.32245 0.09323 -0.32268 0.09089 -0.3243 C 0.08151 -0.33055 0.0862 -0.32847 0.07656 -0.33055 C 0.06497 -0.34097 0.07865 -0.33032 0.06055 -0.33704 C 0.05677 -0.33842 0.05339 -0.3412 0.04987 -0.34329 C 0.04232 -0.35648 0.05026 -0.34398 0.02487 -0.35139 C 0.02148 -0.35231 0.01836 -0.35509 0.01497 -0.35602 C 0.0082 -0.35787 0.0013 -0.35833 -0.0056 -0.35926 L -0.04661 -0.36389 C -0.06758 -0.37338 -0.05195 -0.3669 -0.10469 -0.36389 C -0.1056 -0.36389 -0.10638 -0.36273 -0.10729 -0.3625 C -0.11159 -0.36088 -0.12096 -0.35856 -0.12604 -0.35764 C -0.13464 -0.35602 -0.14336 -0.35532 -0.15195 -0.35278 C -0.15586 -0.35185 -0.15977 -0.35092 -0.16354 -0.34977 C -0.17786 -0.34514 -0.14948 -0.35208 -0.17422 -0.34653 C -0.1793 -0.34282 -0.1845 -0.33981 -0.18945 -0.33542 C -0.19128 -0.33379 -0.19297 -0.33194 -0.19479 -0.33055 C -0.19948 -0.32731 -0.2043 -0.3243 -0.20911 -0.32106 C -0.21146 -0.31944 -0.21406 -0.31875 -0.21628 -0.31643 C -0.21771 -0.31481 -0.21914 -0.31319 -0.2207 -0.31157 C -0.22578 -0.30671 -0.23516 -0.29954 -0.23945 -0.29722 C -0.24349 -0.29537 -0.24779 -0.29514 -0.25195 -0.29421 C -0.26315 -0.28657 -0.26966 -0.28403 -0.27878 -0.27361 C -0.28307 -0.26852 -0.28607 -0.26412 -0.28945 -0.25764 C -0.29128 -0.25393 -0.29297 -0.25 -0.29479 -0.24653 C -0.29648 -0.24329 -0.29857 -0.24051 -0.30013 -0.23704 C -0.30169 -0.23379 -0.30312 -0.23055 -0.30469 -0.22754 C -0.31042 -0.21597 -0.30573 -0.22523 -0.31172 -0.21805 C -0.31458 -0.21458 -0.31849 -0.2081 -0.3207 -0.2037 C -0.32135 -0.20231 -0.32187 -0.20046 -0.32253 -0.19884 C -0.32305 -0.19514 -0.32344 -0.19143 -0.32422 -0.18773 C -0.32526 -0.18333 -0.32721 -0.17963 -0.32786 -0.175 C -0.32852 -0.16991 -0.3293 -0.16389 -0.33047 -0.15926 C -0.33125 -0.15648 -0.33229 -0.15393 -0.3332 -0.15139 C -0.33385 -0.14629 -0.3345 -0.14213 -0.33503 -0.13704 C -0.33529 -0.13287 -0.33555 -0.12847 -0.33581 -0.1243 C -0.33529 -0.10787 -0.33503 -0.09143 -0.33411 -0.075 C -0.33385 -0.07129 -0.33333 -0.06736 -0.33229 -0.06389 C -0.33177 -0.06204 -0.33047 -0.06088 -0.32969 -0.05926 C -0.32878 -0.0544 -0.32812 -0.04861 -0.32604 -0.04491 C -0.32526 -0.04352 -0.32422 -0.04305 -0.32344 -0.04167 C -0.31771 -0.03333 -0.32396 -0.03889 -0.31445 -0.02893 C -0.31302 -0.02754 -0.31146 -0.02708 -0.31003 -0.02592 C -0.30781 -0.02407 -0.30586 -0.02153 -0.30378 -0.01944 C -0.3026 -0.01829 -0.3013 -0.01759 -0.30013 -0.01643 C -0.29831 -0.01435 -0.29687 -0.01042 -0.29479 -0.00995 L -0.28672 -0.00833 C -0.28125 -0.00347 -0.28529 -0.00648 -0.27969 -0.0037 C -0.27461 -0.00116 -0.26953 0.00185 -0.26445 0.0044 C -0.25911 0.00671 -0.25352 0.00695 -0.24844 0.01065 C -0.24687 0.01181 -0.24544 0.0132 -0.24388 0.01389 C -0.2418 0.01482 -0.23112 0.01667 -0.22969 0.0169 C -0.2276 0.01736 -0.22539 0.01783 -0.22344 0.01852 C -0.22214 0.01898 -0.22109 0.01991 -0.21979 0.02014 C -0.21445 0.02107 -0.20911 0.0213 -0.20378 0.02176 L -0.19753 0.02338 C -0.1901 0.02546 -0.18268 0.02847 -0.17513 0.02963 L -0.16445 0.03125 C -0.09714 0.02662 -0.21107 0.0338 -0.0681 0.03125 C -0.06367 0.03125 -0.04974 0.02801 -0.0431 0.02662 C -0.02917 0.01829 -0.04818 0.02871 -0.02969 0.02176 C -0.02812 0.02107 -0.02669 0.01945 -0.02513 0.01852 C -0.02396 0.01783 -0.02279 0.01759 -0.02161 0.0169 C -0.0207 0.01644 -0.01992 0.01574 -0.01888 0.01551 C -0.01445 0.01412 -0.01003 0.0132 -0.0056 0.01227 C -0.00352 0.01065 -0.0013 0.00903 0.00065 0.00741 C 0.00195 0.00648 0.00326 0.00579 0.0043 0.0044 C 0.0082 -0.00139 0.00846 -0.00486 0.01237 -0.00833 C 0.01315 -0.00926 0.01406 -0.00949 0.01497 -0.00995 L 0.01589 -0.01319 " pathEditMode="relative" rAng="0" ptsTypes="AAAAAAAAAAAAAAAAAAAAAAAAAAAAAAAAAAAAAAAAAAAAAAAAAAAAAAAAAAAAAAAAAAAAAAAAAAAAAAAAAAAAAAAAAAAAAAAAAAAAAAAAAAAAAAAAAAA">
                                      <p:cBhvr>
                                        <p:cTn id="10" dur="25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73" y="-1666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41 0.01551 L -0.01341 0.01574 C -0.01485 0.02014 -0.01602 0.02523 -0.01784 0.02963 C -0.01849 0.03125 -0.01966 0.03171 -0.02058 0.03287 C -0.02552 0.03912 -0.0224 0.03681 -0.02774 0.03935 C -0.0375 0.05093 -0.0224 0.0338 -0.03399 0.04398 C -0.03477 0.04468 -0.03503 0.0463 -0.03568 0.04722 C -0.04571 0.06042 -0.03659 0.0456 -0.04649 0.06296 L -0.04909 0.06783 C -0.05 0.06945 -0.05104 0.07083 -0.05183 0.07269 C -0.05729 0.08727 -0.05026 0.06921 -0.05534 0.08056 C -0.05599 0.08195 -0.05638 0.08403 -0.05716 0.08519 C -0.05795 0.08634 -0.05899 0.08634 -0.0599 0.08681 C -0.06394 0.09421 -0.05912 0.08519 -0.06524 0.09954 L -0.07058 0.11227 C -0.07292 0.12917 -0.06966 0.10926 -0.07318 0.12338 C -0.07396 0.12639 -0.07396 0.13009 -0.075 0.13287 C -0.07617 0.13611 -0.07761 0.13912 -0.07865 0.14236 L -0.08399 0.16158 C -0.08581 0.18125 -0.08308 0.16111 -0.08841 0.17894 C -0.08959 0.18287 -0.09011 0.1875 -0.09115 0.19167 C -0.09154 0.19375 -0.09232 0.19583 -0.09284 0.19792 C -0.0918 0.2294 -0.09532 0.23658 -0.08933 0.25509 C -0.0888 0.25671 -0.08828 0.25857 -0.0875 0.25996 C -0.08516 0.26412 -0.08321 0.26528 -0.08034 0.26783 C -0.07735 0.27315 -0.07383 0.27755 -0.07149 0.2838 C -0.07032 0.28681 -0.06953 0.28935 -0.06784 0.29167 C -0.06615 0.29398 -0.06433 0.29607 -0.0625 0.29792 C -0.06133 0.29931 -0.06003 0.29977 -0.05899 0.30116 C -0.05795 0.30255 -0.05729 0.30463 -0.05625 0.30602 C -0.05482 0.30787 -0.05326 0.3088 -0.05183 0.31065 C -0.05078 0.31204 -0.05013 0.31412 -0.04909 0.31551 C -0.04662 0.31898 -0.04375 0.32176 -0.04115 0.325 C -0.04024 0.32616 -0.03946 0.32755 -0.03841 0.32824 C -0.03425 0.33079 -0.03269 0.33148 -0.02774 0.33611 C -0.02526 0.33843 -0.02305 0.3419 -0.02058 0.34398 C -0.01823 0.34607 -0.01576 0.34699 -0.01341 0.34884 C -0.0125 0.34954 -0.01172 0.35139 -0.01068 0.35208 C -0.00782 0.35347 -0.00482 0.35394 -0.00183 0.35509 C -0.00091 0.35556 2.91667E-6 0.35625 0.00091 0.35671 C 0.00416 0.35833 0.00742 0.35972 0.01067 0.36158 C 0.01458 0.36343 0.01836 0.36621 0.02226 0.36783 C 0.02435 0.36875 0.02656 0.36852 0.02851 0.36945 C 0.03724 0.37338 0.04557 0.38009 0.05442 0.38218 L 0.075 0.38681 C 0.08099 0.38843 0.08685 0.39074 0.09284 0.39167 C 0.10351 0.39329 0.11432 0.39375 0.125 0.39491 L 0.15351 0.39815 C 0.17135 0.39699 0.20377 0.39583 0.22044 0.39329 C 0.22265 0.39306 0.22461 0.39074 0.22669 0.39005 C 0.22916 0.38935 0.23151 0.38912 0.23385 0.38843 C 0.24752 0.37639 0.23229 0.38843 0.2625 0.38056 C 0.26497 0.37986 0.26718 0.37685 0.26966 0.3757 C 0.27396 0.37408 0.27851 0.37384 0.28294 0.37269 C 0.2931 0.36968 0.28802 0.37083 0.29375 0.36783 L 0.3125 0.35833 C 0.3207 0.34861 0.30846 0.36273 0.32942 0.34398 C 0.34088 0.33403 0.32786 0.33912 0.34544 0.32824 C 0.3487 0.32616 0.35208 0.32616 0.35534 0.325 C 0.35755 0.32107 0.35716 0.32107 0.36067 0.31875 C 0.36185 0.31783 0.36315 0.31806 0.36419 0.31713 C 0.36849 0.31366 0.37226 0.30857 0.37669 0.30602 C 0.3776 0.30533 0.37851 0.30509 0.37942 0.3044 C 0.38151 0.30278 0.38346 0.30093 0.38567 0.29954 C 0.39544 0.29375 0.39036 0.29954 0.4 0.29167 C 0.40534 0.28727 0.41054 0.28171 0.41601 0.27732 C 0.41875 0.27523 0.42148 0.27338 0.42409 0.27107 C 0.42591 0.26921 0.42747 0.26644 0.42942 0.26458 C 0.43307 0.26111 0.43711 0.25903 0.44101 0.25671 C 0.44505 0.24977 0.44583 0.24792 0.45091 0.24097 C 0.45286 0.23796 0.45508 0.23588 0.45716 0.23287 C 0.45963 0.2294 0.46341 0.22107 0.4651 0.21713 C 0.46692 0.21296 0.46849 0.20833 0.47044 0.2044 C 0.47265 0.19977 0.47526 0.19583 0.4776 0.19167 C 0.48034 0.18681 0.48203 0.18403 0.48476 0.17732 C 0.49218 0.15949 0.4875 0.1706 0.4901 0.15996 C 0.49166 0.15347 0.49192 0.15486 0.49284 0.14884 C 0.49323 0.14607 0.49336 0.14352 0.49375 0.14074 C 0.49414 0.13773 0.49544 0.13125 0.49544 0.13148 C 0.49609 0.1213 0.49661 0.11111 0.49726 0.10116 C 0.49752 0.09792 0.49791 0.09491 0.49817 0.09167 C 0.49974 0.06644 0.49765 0.08009 0.50091 0.06296 C 0.50052 0.05625 0.50039 0.04931 0.5 0.04236 C 0.49987 0.04074 0.49935 0.03912 0.49909 0.03773 C 0.49843 0.03496 0.49778 0.03241 0.49726 0.02963 C 0.49661 0.02662 0.49648 0.02315 0.49544 0.02014 C 0.49336 0.01366 0.49231 0.00996 0.4901 0.0044 C 0.48932 0.00208 0.48854 -0.00023 0.4875 -0.00208 C 0.48646 -0.00393 0.48502 -0.00509 0.48385 -0.00671 C 0.48294 -0.00833 0.48216 -0.01018 0.48125 -0.01157 C 0.47838 -0.01551 0.47526 -0.01898 0.47226 -0.02268 C 0.47135 -0.02384 0.47057 -0.02523 0.46966 -0.02592 C 0.46263 -0.03079 0.46653 -0.02778 0.45794 -0.03542 C 0.45182 -0.04097 0.44349 -0.04861 0.4375 -0.05116 L 0.43385 -0.05278 C 0.43125 -0.05602 0.42877 -0.05972 0.42591 -0.06227 C 0.42448 -0.06366 0.42278 -0.06319 0.42135 -0.06389 C 0.40117 -0.07384 0.41823 -0.06782 0.39284 -0.07662 C 0.38932 -0.07778 0.38567 -0.07893 0.38216 -0.07986 C 0.37968 -0.08055 0.37734 -0.08055 0.375 -0.08148 C 0.37252 -0.08217 0.37018 -0.08379 0.36784 -0.08449 C 0.36393 -0.08588 0.36002 -0.08657 0.35625 -0.08773 C 0.35495 -0.08819 0.3539 -0.08912 0.3526 -0.08935 C 0.347 -0.09028 0.34127 -0.09028 0.33567 -0.09097 C 0.32812 -0.09282 0.31471 -0.09606 0.30625 -0.09884 C 0.30351 -0.09977 0.30091 -0.10116 0.29817 -0.10208 C 0.29205 -0.10393 0.28333 -0.10463 0.2776 -0.10509 L 0.23567 -0.1037 C 0.23476 -0.10347 0.23398 -0.10208 0.23294 -0.10208 C 0.22474 -0.10116 0.21627 -0.10092 0.20794 -0.10046 L 0.14726 -0.09097 L 0.12669 -0.08773 L 0.10976 -0.07986 C 0.10768 -0.0787 0.1056 -0.07778 0.10351 -0.07662 C 0.08776 -0.06736 0.09466 -0.07083 0.08307 -0.06551 C 0.07317 -0.05671 0.08099 -0.06296 0.0651 -0.0544 C 0.04896 -0.0456 0.06536 -0.05185 0.0401 -0.04491 C 0.03867 -0.04375 0.03711 -0.04305 0.03567 -0.04167 C 0.02877 -0.03495 0.03515 -0.03935 0.02942 -0.03217 C 0.02786 -0.03009 0.02031 -0.025 0.01966 -0.0243 C 0.01562 -0.02014 0.01601 -0.01782 0.0125 -0.01481 C 0.01159 -0.01389 0.01067 -0.01366 0.00976 -0.01319 C 0.00768 -0.01204 0.0056 -0.01111 0.00351 -0.00995 C 0.00299 -0.00879 0.00247 -0.00764 0.00182 -0.00671 C -0.00196 -0.00208 -0.00196 -0.00254 -0.00534 -0.00046 C -0.00782 0.00255 -0.01042 0.00533 -0.0125 0.00903 C -0.01354 0.01088 -0.0142 0.01343 -0.01524 0.01551 C -0.01576 0.01667 -0.01367 0.01551 -0.01341 0.01551 Z " pathEditMode="relative" rAng="0" ptsTypes="AAAAAAAAAAAAAAAAAAAAAAAAAAAAAAAAAAAAAAAAAAAAAAAAAAAAAAAAAAAAAAAAAAAAAAAAAAAAAAAAAAAAAAAAAAAAAAAAAAAAAAAAAAAAAAAAAAAAAAAAAAAAAAAA">
                                      <p:cBhvr>
                                        <p:cTn id="12" dur="3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32" y="1310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19 0.00532 L -0.01119 0.00555 C -0.04948 0.01157 -0.00742 0.00532 -0.10312 0.00856 C -0.11002 0.0088 -0.11692 0.01134 -0.12369 0.01319 C -0.12539 0.01389 -0.12721 0.01458 -0.12903 0.01481 L -0.16836 0.01968 C -0.1707 0.01991 -0.17304 0.02083 -0.17539 0.0213 C -0.17877 0.02176 -0.18203 0.02222 -0.18528 0.02292 C -0.18711 0.0243 -0.18867 0.02662 -0.19062 0.02755 C -0.1914 0.02801 -0.20364 0.03055 -0.20403 0.03079 C -0.21849 0.03935 -0.20911 0.03403 -0.24414 0.0419 C -0.25455 0.04421 -0.24895 0.04305 -0.26119 0.04514 C -0.26744 0.04792 -0.26224 0.04468 -0.26836 0.05139 C -0.27135 0.05486 -0.272 0.05463 -0.27539 0.05625 C -0.27903 0.05949 -0.28151 0.0618 -0.28528 0.06412 C -0.2888 0.0662 -0.29218 0.06643 -0.29596 0.06736 C -0.31106 0.075 -0.29218 0.06551 -0.31028 0.07361 C -0.31237 0.07454 -0.31445 0.07546 -0.31653 0.07685 C -0.3177 0.07755 -0.31875 0.0794 -0.32005 0.07986 C -0.32213 0.08102 -0.32422 0.08102 -0.3263 0.08148 C -0.32786 0.0831 -0.32916 0.08495 -0.33086 0.08634 C -0.33606 0.09028 -0.34192 0.09213 -0.34687 0.09745 C -0.3483 0.09907 -0.34974 0.10116 -0.3513 0.10208 C -0.35364 0.1037 -0.35612 0.10393 -0.35846 0.10532 C -0.36523 0.10972 -0.36224 0.10856 -0.36653 0.11481 C -0.36731 0.11597 -0.36836 0.1169 -0.36914 0.11805 C -0.37278 0.12245 -0.37395 0.125 -0.37812 0.12917 C -0.38047 0.13148 -0.38281 0.1338 -0.38528 0.13542 C -0.38698 0.13657 -0.3888 0.13634 -0.39062 0.13704 C -0.39297 0.13796 -0.39544 0.13912 -0.39778 0.14028 C -0.39961 0.14236 -0.4013 0.14468 -0.40312 0.14653 C -0.40677 0.15046 -0.40742 0.1493 -0.41119 0.15463 C -0.4125 0.15648 -0.41328 0.15926 -0.41471 0.16088 C -0.4151 0.16134 -0.42083 0.16736 -0.42187 0.16875 C -0.42343 0.1713 -0.42448 0.17477 -0.4263 0.17685 C -0.43606 0.1868 -0.43945 0.18889 -0.44778 0.2037 C -0.45156 0.21065 -0.4513 0.20995 -0.45586 0.21968 C -0.45794 0.2243 -0.45963 0.22963 -0.46211 0.2338 C -0.46289 0.23542 -0.46393 0.2368 -0.46471 0.23866 C -0.46575 0.2412 -0.4664 0.24421 -0.46744 0.2463 C -0.46823 0.24838 -0.46927 0.24954 -0.47005 0.25139 C -0.47083 0.25278 -0.47122 0.25463 -0.47187 0.25602 C -0.47278 0.25833 -0.47369 0.26042 -0.47461 0.2625 C -0.47513 0.26412 -0.47565 0.26574 -0.4763 0.26713 C -0.47721 0.26898 -0.47812 0.27037 -0.47903 0.27199 C -0.48073 0.28102 -0.47864 0.27292 -0.48346 0.28148 C -0.48489 0.28403 -0.48593 0.2868 -0.48711 0.28935 C -0.48828 0.29259 -0.4888 0.29676 -0.49062 0.29907 L -0.49596 0.30532 C -0.49661 0.30903 -0.49687 0.31296 -0.49778 0.31643 C -0.49817 0.31782 -0.49922 0.31829 -0.49961 0.31968 C -0.50013 0.32199 -0.50013 0.325 -0.50039 0.32755 C -0.50065 0.32917 -0.50104 0.33079 -0.5013 0.33241 C -0.50195 0.33657 -0.50234 0.34097 -0.50312 0.34491 C -0.5052 0.35648 -0.50273 0.34213 -0.50494 0.35602 C -0.50742 0.37199 -0.5039 0.34745 -0.50664 0.36713 C -0.50807 0.38912 -0.50807 0.3831 -0.50664 0.41319 C -0.50664 0.41551 -0.50625 0.41759 -0.50586 0.41968 C -0.50299 0.43495 -0.50494 0.4206 -0.49869 0.44028 C -0.49752 0.44398 -0.49648 0.44768 -0.49505 0.45139 C -0.49336 0.45602 -0.49036 0.4618 -0.48789 0.46574 C -0.48658 0.46782 -0.48502 0.47014 -0.48346 0.47199 C -0.48007 0.47593 -0.4763 0.4794 -0.47278 0.4831 C -0.46914 0.4868 -0.46588 0.49143 -0.46211 0.49421 C -0.45755 0.49745 -0.45299 0.5 -0.44869 0.5037 C -0.43763 0.51319 -0.44895 0.50833 -0.43789 0.51157 C -0.42695 0.51805 -0.43789 0.51088 -0.42812 0.51968 C -0.42369 0.52361 -0.41914 0.52662 -0.41471 0.53079 C -0.41289 0.53194 -0.41132 0.53495 -0.40937 0.53542 L -0.40403 0.53704 C -0.39023 0.54699 -0.41198 0.53171 -0.39244 0.54329 C -0.39023 0.54468 -0.38828 0.54676 -0.38619 0.54815 C -0.38203 0.55069 -0.37044 0.55648 -0.36653 0.55764 C -0.36393 0.55856 -0.36119 0.5588 -0.35846 0.55926 C -0.35026 0.56412 -0.35963 0.55903 -0.33971 0.56412 C -0.3388 0.56435 -0.33802 0.56528 -0.33711 0.56551 C -0.33502 0.5662 -0.33281 0.5662 -0.33086 0.56713 C -0.32838 0.56805 -0.32604 0.56944 -0.32369 0.57037 C -0.32044 0.5713 -0.31211 0.57292 -0.30937 0.57361 C -0.30377 0.57662 -0.30247 0.57755 -0.29414 0.57986 C -0.28763 0.58148 -0.28112 0.58194 -0.27461 0.58287 C -0.27161 0.58426 -0.26862 0.58495 -0.26562 0.58634 C -0.26471 0.58657 -0.26393 0.58773 -0.26289 0.58773 C -0.23411 0.58773 -0.2052 0.5868 -0.1763 0.58634 C -0.17461 0.58565 -0.17278 0.58542 -0.17096 0.58472 C -0.16185 0.58102 -0.18112 0.5831 -0.15755 0.57986 C -0.15052 0.57893 -0.14336 0.57893 -0.13619 0.57824 L -0.11744 0.57662 C -0.11601 0.57616 -0.10586 0.57245 -0.10312 0.57176 C -0.09895 0.57106 -0.09479 0.57083 -0.09062 0.57037 C -0.08789 0.56944 -0.08528 0.56782 -0.08255 0.56713 C -0.07669 0.56597 -0.0707 0.5662 -0.06471 0.56551 C -0.06263 0.56528 -0.06054 0.56458 -0.05846 0.56412 C -0.0552 0.56204 -0.05208 0.55926 -0.04869 0.55764 C -0.04635 0.55671 -0.04388 0.55671 -0.04153 0.55602 L -0.03528 0.5544 C -0.0263 0.54907 -0.0444 0.55995 -0.02369 0.54491 C -0.02161 0.54329 -0.01953 0.54282 -0.01744 0.5419 C -0.01497 0.54074 -0.01263 0.53958 -0.01028 0.53866 C -0.00872 0.53773 -0.00729 0.5375 -0.00586 0.53704 C -0.00364 0.53611 -0.00156 0.53518 0.00039 0.5338 C 0.00287 0.53218 0.00521 0.53055 0.00756 0.52917 C 0.00847 0.52847 0.00938 0.52778 0.01029 0.52755 C 0.01289 0.52662 0.01563 0.52639 0.01836 0.52593 L 0.02461 0.52268 C 0.02552 0.52222 0.02631 0.52176 0.02722 0.52106 C 0.03099 0.51921 0.03633 0.51759 0.03972 0.51643 C 0.04128 0.51528 0.04271 0.51435 0.04414 0.51319 C 0.04506 0.51273 0.0461 0.5125 0.04688 0.51157 C 0.04844 0.50995 0.04974 0.5081 0.05131 0.50694 C 0.05456 0.50417 0.05808 0.50324 0.0612 0.50046 C 0.08308 0.48194 0.05886 0.50046 0.07188 0.48773 C 0.07383 0.48588 0.07618 0.48495 0.07813 0.4831 C 0.0806 0.48079 0.08269 0.47708 0.08529 0.47523 C 0.08776 0.47338 0.09063 0.47315 0.09336 0.47199 L 0.10222 0.4625 C 0.10573 0.4588 0.10469 0.45926 0.10847 0.45463 C 0.11029 0.45231 0.11211 0.45046 0.11381 0.44815 C 0.11511 0.44676 0.11628 0.44514 0.11745 0.44352 C 0.11836 0.4419 0.11901 0.44005 0.12006 0.43866 C 0.12123 0.43727 0.12253 0.4368 0.1237 0.43542 C 0.12683 0.43148 0.12956 0.42708 0.13256 0.42268 C 0.13412 0.4206 0.13555 0.41829 0.13711 0.41643 C 0.15677 0.39236 0.14792 0.40116 0.16289 0.38796 C 0.16381 0.38634 0.16485 0.38495 0.16563 0.3831 C 0.16667 0.38055 0.16745 0.37778 0.16836 0.37523 C 0.16888 0.37361 0.16953 0.37199 0.17006 0.37037 C 0.17097 0.36782 0.17175 0.36505 0.17279 0.3625 C 0.17448 0.3581 0.17644 0.35417 0.17813 0.34977 C 0.19128 0.31574 0.17969 0.34329 0.18711 0.32593 C 0.18737 0.3243 0.1875 0.32268 0.18789 0.3213 C 0.18894 0.31782 0.19141 0.31296 0.19245 0.31018 C 0.1931 0.3081 0.19362 0.30579 0.19414 0.3037 C 0.19506 0.30116 0.1961 0.29861 0.19688 0.29583 C 0.20131 0.28171 0.19571 0.29861 0.20039 0.27986 C 0.20118 0.27708 0.20222 0.27454 0.20313 0.27199 C 0.20339 0.26829 0.20352 0.26458 0.20404 0.26088 C 0.20443 0.25856 0.20534 0.25671 0.20586 0.25463 C 0.20625 0.25208 0.20638 0.24907 0.20677 0.2463 C 0.20612 0.2243 0.20638 0.20208 0.20495 0.17986 C 0.20469 0.17569 0.20248 0.17268 0.20131 0.16875 C 0.19688 0.15278 0.21016 0.18518 0.19414 0.14977 C 0.19271 0.14653 0.19128 0.14352 0.18972 0.14028 C 0.18855 0.13773 0.1875 0.13472 0.1862 0.13241 C 0.18347 0.12755 0.18047 0.12338 0.17813 0.11805 C 0.17305 0.10671 0.1767 0.11319 0.17188 0.10694 C 0.16953 0.1037 0.16745 0.09977 0.16472 0.09745 C 0.15847 0.0919 0.15118 0.08958 0.14506 0.0831 C 0.13907 0.07662 0.14232 0.07893 0.13529 0.07685 C 0.128 0.07037 0.12969 0.0713 0.12006 0.06574 C 0.11628 0.06343 0.11237 0.0618 0.10847 0.05926 C 0.1073 0.05856 0.10612 0.05718 0.10495 0.05625 C 0.10078 0.05278 0.09662 0.0493 0.09245 0.04653 C 0.08776 0.04352 0.08295 0.0412 0.07813 0.03866 C 0.0767 0.03796 0.07513 0.03773 0.0737 0.03704 L 0.06563 0.03403 C 0.06081 0.03218 0.05847 0.03171 0.05313 0.02917 C 0.05013 0.02778 0.04714 0.02593 0.04414 0.0243 C 0.04297 0.02384 0.0418 0.02361 0.04063 0.02292 C 0.02956 0.0162 0.03763 0.01921 0.02813 0.01643 C 0.02631 0.01481 0.02461 0.01273 0.02279 0.0118 C 0.0211 0.01065 0.01914 0.01088 0.01745 0.01018 C 0.01537 0.00926 0.01328 0.00764 0.0112 0.00694 C 0.00287 0.00417 -0.00742 0.00555 -0.01119 0.00532 Z " pathEditMode="relative" rAng="0" ptsTypes="AAAAAAAAAAAAAAAAAAAAAAAAAAAAAAAAAAAAAAAAAAAAAAAAAAAAAAAAAAAAAAAAAAAAAAAAAAAAAAAAAAAAAAAAAAAAAAAAAAAAAAAAAAAAAAAAAAAAAAAAAAAAAAAAAAAAAAAAAAAAAAAAAAAAAAAAAAAAAAAAAAAA">
                                      <p:cBhvr>
                                        <p:cTn id="14" dur="35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32" y="2909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02 0.00532 L 0.01002 0.00555 C 0.01627 0.01065 0.02265 0.01551 0.02877 0.02106 C 0.02981 0.02199 0.03046 0.02384 0.03151 0.0243 C 0.03554 0.02592 0.04401 0.02754 0.04401 0.02777 C 0.05052 0.03333 0.04505 0.02893 0.05507 0.03217 C 0.05625 0.03264 0.05742 0.03356 0.05859 0.03379 C 0.06276 0.03495 0.07018 0.03588 0.07434 0.03703 C 0.09179 0.04722 0.0664 0.03518 0.11367 0.04166 C 0.12031 0.04282 0.12669 0.04629 0.13333 0.04815 C 0.13658 0.04907 0.13984 0.04907 0.14309 0.04977 C 0.15065 0.05416 0.14661 0.05208 0.16184 0.0544 C 0.17356 0.05625 0.19375 0.05694 0.20377 0.05764 L 0.2246 0.0625 C 0.2276 0.06296 0.23059 0.06412 0.23359 0.06389 C 0.24036 0.06365 0.26145 0.05787 0.26757 0.05602 C 0.26875 0.05578 0.26992 0.05486 0.27109 0.0544 L 0.32161 0.04328 C 0.32369 0.04282 0.32578 0.04259 0.32786 0.04166 C 0.3302 0.04097 0.33255 0.03935 0.33489 0.03865 C 0.34036 0.0368 0.3457 0.03541 0.35117 0.03379 L 0.36718 0.02916 C 0.3707 0.02801 0.37434 0.02731 0.37786 0.02592 C 0.38059 0.02477 0.3832 0.02338 0.38593 0.02268 C 0.39062 0.02129 0.39544 0.0206 0.40026 0.01944 C 0.41458 0.00671 0.39687 0.02152 0.42968 0.00694 C 0.44362 0.00069 0.43671 0.00254 0.45026 0.00046 C 0.45234 -0.0007 0.45442 -0.00185 0.45651 -0.00278 C 0.45911 -0.00394 0.46184 -0.00463 0.46445 -0.00579 C 0.47096 -0.00903 0.47291 -0.01088 0.47877 -0.01551 C 0.47942 -0.01644 0.47981 -0.01806 0.48059 -0.01852 C 0.48932 -0.02477 0.50013 -0.02801 0.50911 -0.03125 C 0.51067 -0.03287 0.5121 -0.03449 0.51354 -0.03611 C 0.51471 -0.03727 0.51601 -0.03797 0.51718 -0.03912 C 0.52174 -0.04375 0.52552 -0.05116 0.53059 -0.05348 C 0.53385 -0.0551 0.5371 -0.05648 0.54036 -0.05834 C 0.55507 -0.06644 0.54036 -0.06204 0.56445 -0.07246 C 0.56966 -0.07477 0.57513 -0.0757 0.58059 -0.07732 C 0.59466 -0.0963 0.57721 -0.07269 0.5858 -0.08519 C 0.5871 -0.08704 0.58841 -0.0882 0.58945 -0.09005 C 0.59049 -0.09144 0.59101 -0.09329 0.59205 -0.09468 C 0.59518 -0.09931 0.59856 -0.10371 0.60195 -0.10741 C 0.60507 -0.11111 0.6082 -0.11574 0.61184 -0.11852 C 0.61497 -0.1213 0.61835 -0.12338 0.62148 -0.12662 C 0.63398 -0.13889 0.62122 -0.13148 0.63502 -0.13773 C 0.63684 -0.13912 0.63867 -0.14051 0.64023 -0.14236 C 0.647 -0.14954 0.64101 -0.14537 0.64648 -0.14885 C 0.64726 -0.14977 0.64778 -0.15093 0.6483 -0.15185 C 0.6496 -0.15371 0.65091 -0.15463 0.65195 -0.15672 C 0.65247 -0.15787 0.65221 -0.16019 0.65273 -0.16158 C 0.65429 -0.16505 0.65638 -0.16806 0.6582 -0.17107 C 0.66315 -0.17848 0.66471 -0.17824 0.66809 -0.18519 C 0.66888 -0.18727 0.66966 -0.18959 0.6707 -0.19167 C 0.67122 -0.19283 0.672 -0.19375 0.67252 -0.19491 C 0.67356 -0.19746 0.67487 -0.20023 0.67591 -0.20278 C 0.67695 -0.2044 0.67799 -0.20579 0.67877 -0.20741 C 0.67942 -0.20903 0.67981 -0.21088 0.68059 -0.21227 C 0.68229 -0.21551 0.68411 -0.21852 0.68593 -0.22176 C 0.68893 -0.23773 0.68333 -0.21042 0.69036 -0.23287 C 0.69609 -0.25116 0.68645 -0.23218 0.69401 -0.2456 C 0.69453 -0.24769 0.69492 -0.25 0.6957 -0.25185 C 0.697 -0.25486 0.69882 -0.25718 0.70026 -0.25996 C 0.70117 -0.26181 0.70195 -0.26412 0.70286 -0.26621 C 0.70338 -0.26736 0.70416 -0.26829 0.70468 -0.26945 C 0.70807 -0.27709 0.70507 -0.27107 0.70729 -0.27894 C 0.70781 -0.28056 0.70859 -0.28218 0.70911 -0.2838 C 0.70976 -0.28797 0.70976 -0.2926 0.71093 -0.29653 C 0.71796 -0.32153 0.71562 -0.31088 0.71901 -0.32824 C 0.71835 -0.35949 0.71848 -0.39074 0.71718 -0.42176 C 0.71705 -0.42547 0.71536 -0.42824 0.71445 -0.43125 C 0.71184 -0.44167 0.71393 -0.43797 0.70911 -0.44723 C 0.70742 -0.45047 0.70494 -0.45278 0.70377 -0.45672 C 0.70234 -0.46204 0.70039 -0.46945 0.69843 -0.47431 C 0.697 -0.47755 0.69531 -0.48056 0.69401 -0.4838 C 0.69322 -0.48519 0.69296 -0.48727 0.69218 -0.48843 C 0.69023 -0.49144 0.68802 -0.49375 0.68593 -0.49653 C 0.68437 -0.49838 0.68294 -0.5007 0.68151 -0.50278 C 0.67773 -0.50834 0.67994 -0.50857 0.6733 -0.51551 C 0.66914 -0.51991 0.66393 -0.5213 0.66002 -0.52662 C 0.63632 -0.5588 0.65325 -0.53866 0.63763 -0.55371 C 0.63007 -0.56088 0.64231 -0.55185 0.62877 -0.5632 C 0.62643 -0.56505 0.62408 -0.56644 0.62148 -0.56783 C 0.61549 -0.57176 0.61289 -0.57246 0.60716 -0.57732 C 0.5957 -0.58773 0.60846 -0.58565 0.58216 -0.59491 L 0.56002 -0.60278 C 0.5582 -0.60348 0.55651 -0.60394 0.55468 -0.6044 C 0.54869 -0.60556 0.5427 -0.60648 0.53684 -0.60764 L 0.52161 -0.61088 C 0.50885 -0.62084 0.51679 -0.61667 0.49843 -0.61875 L 0.44752 -0.625 C 0.42109 -0.63403 0.43216 -0.63172 0.41445 -0.63449 C 0.40976 -0.63681 0.40507 -0.64051 0.40026 -0.64098 C 0.35976 -0.64422 0.36953 -0.64051 0.34661 -0.63773 C 0.34127 -0.63704 0.33593 -0.63681 0.33046 -0.63611 L 0.31614 -0.63449 C 0.30338 -0.62801 0.31718 -0.63473 0.30104 -0.62824 C 0.29752 -0.62685 0.29401 -0.62431 0.29036 -0.62338 C 0.28333 -0.62176 0.27291 -0.6213 0.26575 -0.62037 C 0.26276 -0.61922 0.25976 -0.61852 0.25677 -0.61713 C 0.2375 -0.60857 0.25091 -0.6125 0.23802 -0.60926 C 0.20924 -0.59144 0.24231 -0.60926 0.21093 -0.59977 C 0.20664 -0.59838 0.20273 -0.59491 0.19843 -0.59329 C 0.19609 -0.59236 0.19375 -0.59213 0.19127 -0.59167 L 0.17343 -0.58843 L 0.15742 -0.58542 C 0.15625 -0.58473 0.15494 -0.58449 0.15377 -0.5838 C 0.14453 -0.57871 0.13567 -0.5713 0.12617 -0.56783 L 0.10833 -0.56158 C 0.10455 -0.55834 0.10039 -0.5544 0.09661 -0.55209 C 0.09283 -0.54954 0.08893 -0.54815 0.08502 -0.5456 C 0.08085 -0.54283 0.07669 -0.53959 0.07252 -0.53611 C 0.05481 -0.52431 0.07304 -0.53519 0.05416 -0.52338 C 0.05325 -0.52292 0.05234 -0.52246 0.05143 -0.52176 C 0.04843 -0.5176 0.04192 -0.51459 0.03593 -0.50926 C 0.03424 -0.50764 0.03229 -0.50625 0.03059 -0.5044 C 0.02304 -0.49537 0.00963 -0.47408 0.00208 -0.46945 L -0.00066 -0.46783 C -0.00391 -0.46366 -0.00704 -0.45903 -0.01042 -0.4551 C -0.01329 -0.45209 -0.01654 -0.45023 -0.01941 -0.44723 C -0.02422 -0.44236 -0.02891 -0.43681 -0.03373 -0.43125 C -0.03464 -0.43033 -0.03542 -0.42917 -0.03633 -0.42824 C -0.03816 -0.42616 -0.03998 -0.42408 -0.04167 -0.42176 C -0.04415 -0.41875 -0.04636 -0.41505 -0.04883 -0.41227 C -0.05079 -0.41019 -0.05313 -0.40949 -0.05508 -0.40764 C -0.05821 -0.40417 -0.06094 -0.4 -0.06407 -0.39653 C -0.06511 -0.39514 -0.06654 -0.39491 -0.06758 -0.39329 C -0.08581 -0.36551 -0.06902 -0.38635 -0.08191 -0.37107 C -0.08243 -0.36829 -0.08256 -0.36528 -0.08373 -0.3632 C -0.08477 -0.36088 -0.08672 -0.36019 -0.08816 -0.35834 C -0.08881 -0.35741 -0.08933 -0.35625 -0.08998 -0.3551 C -0.0918 -0.35162 -0.09362 -0.34792 -0.09532 -0.34398 C -0.09636 -0.34167 -0.09714 -0.33889 -0.09792 -0.33611 C -0.09896 -0.3331 -0.09948 -0.3294 -0.10066 -0.32662 C -0.10183 -0.32361 -0.10365 -0.3213 -0.10508 -0.31875 C -0.10573 -0.31505 -0.10612 -0.31111 -0.10691 -0.30764 C -0.10756 -0.30417 -0.10873 -0.30116 -0.10951 -0.29792 C -0.1099 -0.29653 -0.11003 -0.29468 -0.11042 -0.29329 C -0.11094 -0.29098 -0.11172 -0.28912 -0.11224 -0.28681 C -0.11667 -0.26736 -0.11159 -0.28588 -0.11576 -0.27107 C -0.11615 -0.26829 -0.11628 -0.26574 -0.11667 -0.26297 C -0.11784 -0.25556 -0.11928 -0.24838 -0.12032 -0.24074 L -0.1211 -0.23449 C -0.12084 -0.21019 -0.1211 -0.18588 -0.12032 -0.16158 C -0.12019 -0.15903 -0.11915 -0.15718 -0.11849 -0.1551 C -0.11303 -0.13773 -0.11862 -0.15486 -0.11316 -0.14236 C -0.11185 -0.13935 -0.11081 -0.13588 -0.10951 -0.13287 C -0.10847 -0.1301 -0.10717 -0.12755 -0.10599 -0.125 C -0.10573 -0.12338 -0.1056 -0.12153 -0.10508 -0.12014 C -0.10235 -0.11158 -0.10287 -0.11621 -0.09974 -0.10903 C -0.09818 -0.10556 -0.09701 -0.10139 -0.09532 -0.09792 C -0.0931 -0.09352 -0.09024 -0.08982 -0.08816 -0.08519 C -0.08659 -0.08218 -0.08503 -0.07894 -0.08373 -0.0757 C -0.08295 -0.07431 -0.08269 -0.07223 -0.08191 -0.07107 C -0.07891 -0.06598 -0.07383 -0.05996 -0.07032 -0.0551 C -0.06875 -0.05301 -0.06745 -0.0507 -0.06576 -0.04885 C -0.06498 -0.04769 -0.06394 -0.04676 -0.06316 -0.0456 C -0.06159 -0.04306 -0.06029 -0.04005 -0.05873 -0.03773 C -0.05625 -0.03403 -0.0474 -0.02685 -0.04701 -0.02662 C -0.04454 -0.02477 -0.04167 -0.02454 -0.03907 -0.02338 C -0.02826 -0.01875 -0.03568 -0.0213 -0.02657 -0.01852 C -0.02019 -0.01088 -0.02787 -0.01922 -0.01407 -0.01227 C -0.01303 -0.01181 -0.01237 -0.00973 -0.01133 -0.00903 C -0.00873 -0.00718 -0.00599 -0.00602 -0.00326 -0.0044 C 0.00416 0.00046 -0.00196 -0.00232 0.00559 0.00046 C 0.00794 0.0037 0.01015 0.00764 0.01276 0.00995 C 0.01432 0.01134 0.0164 0.01088 0.01809 0.01157 C 0.01875 0.0118 0.01927 0.01273 0.01992 0.01319 L 0.01992 0.01342 " pathEditMode="relative" rAng="0" ptsTypes="AAAAAAAAAAAAAAAAAAAAAAAAAAAAAAAAAAAAAAAAAAAAAAAAAAAAAAAAAAAAAAAAAAAAAAAAAAAAAAAAAAAAAAAAAAAAAAAAAAAAAAAAAAAAAAAAAAAAAAAAAAAAAAAAAAAAAAAAAAAAAAAAAAAAAAAAAAAAAAAAAAAAAAAA">
                                      <p:cBhvr>
                                        <p:cTn id="16" dur="4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893" y="-2946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11 0.00532 L 0.00911 0.00532 C 0.0375 0.00023 0.00507 0.00579 0.07161 -0.00093 C 0.08307 -0.00208 0.09987 -0.0044 0.11185 -0.00741 C 0.1151 -0.0081 0.11836 -0.00949 0.12161 -0.01065 C 0.12369 -0.01111 0.12578 -0.01157 0.12786 -0.01204 C 0.1401 -0.02083 0.12474 -0.01042 0.13685 -0.0169 C 0.13841 -0.01782 0.13984 -0.01921 0.14127 -0.02014 C 0.14244 -0.02083 0.14375 -0.02083 0.14492 -0.02176 C 0.14765 -0.02361 0.15026 -0.02546 0.15286 -0.02801 C 0.15481 -0.02986 0.15638 -0.03287 0.15833 -0.03426 C 0.15963 -0.03542 0.16132 -0.03519 0.16276 -0.03588 C 0.16549 -0.03727 0.16823 -0.03866 0.17083 -0.04074 C 0.17239 -0.0419 0.17369 -0.04421 0.17526 -0.04537 C 0.17851 -0.04838 0.18177 -0.05069 0.18502 -0.05347 C 0.19284 -0.07199 0.17916 -0.04144 0.20026 -0.07245 C 0.20208 -0.075 0.2039 -0.07755 0.2056 -0.08032 C 0.20638 -0.08171 0.20664 -0.0838 0.20742 -0.08519 C 0.20846 -0.08704 0.20989 -0.08796 0.21093 -0.08982 C 0.21159 -0.0912 0.21549 -0.09977 0.21627 -0.10255 C 0.21705 -0.10509 0.21757 -0.10787 0.2181 -0.11065 C 0.21901 -0.11528 0.22083 -0.12477 0.22083 -0.12477 C 0.22213 -0.14375 0.22252 -0.14097 0.21992 -0.1662 C 0.21979 -0.16713 0.21705 -0.17616 0.21627 -0.17732 C 0.20677 -0.18935 0.21588 -0.17338 0.20911 -0.18357 C 0.20794 -0.18542 0.2069 -0.18819 0.2056 -0.18982 C 0.20429 -0.1919 0.2026 -0.19306 0.20117 -0.19468 C 0.19843 -0.19769 0.19583 -0.20139 0.1931 -0.20417 C 0.19023 -0.20718 0.1875 -0.21134 0.18411 -0.21204 C 0.17799 -0.21366 0.17461 -0.21435 0.1681 -0.2169 C 0.16718 -0.21736 0.1664 -0.21829 0.16536 -0.21852 C 0.15377 -0.22199 0.14218 -0.225 0.1306 -0.22801 C 0.10703 -0.23403 0.1444 -0.22222 0.1082 -0.23426 L 0.0681 -0.23287 C 0.06328 -0.23241 0.05846 -0.23241 0.05377 -0.23125 C 0.04661 -0.22917 0.03958 -0.225 0.03229 -0.22315 C 0.02513 -0.22153 0.01458 -0.21921 0.00729 -0.2169 C 0.00286 -0.21551 -0.0017 -0.21412 -0.00599 -0.21204 C -0.00756 -0.21157 -0.00899 -0.20995 -0.01055 -0.20903 C -0.02305 -0.20069 -0.01979 -0.20278 -0.0293 -0.19792 L -0.0444 -0.18032 C -0.04532 -0.1794 -0.04623 -0.17847 -0.04714 -0.17732 L -0.05065 -0.17245 C -0.05131 -0.17083 -0.05183 -0.16921 -0.05248 -0.16759 C -0.05599 -0.16019 -0.06042 -0.15394 -0.06315 -0.14537 C -0.06641 -0.13588 -0.06498 -0.14005 -0.06771 -0.13287 C -0.06797 -0.13125 -0.06797 -0.1294 -0.06862 -0.12801 C -0.06953 -0.12569 -0.0711 -0.12384 -0.07214 -0.12176 C -0.07279 -0.12014 -0.07331 -0.11852 -0.07396 -0.1169 C -0.07422 -0.11435 -0.07448 -0.11157 -0.07487 -0.10903 C -0.075 -0.10741 -0.07552 -0.10579 -0.07565 -0.10417 C -0.07618 -0.1 -0.07631 -0.09583 -0.07657 -0.09144 C -0.07631 -0.07662 -0.07787 -0.06134 -0.07565 -0.04699 C -0.075 -0.04236 -0.07097 -0.04167 -0.06862 -0.03912 C -0.06706 -0.0375 -0.06537 -0.03657 -0.06407 -0.03426 C -0.06354 -0.03333 -0.06302 -0.03218 -0.06237 -0.03125 C -0.06094 -0.0294 -0.05938 -0.02801 -0.05782 -0.02639 C -0.05599 -0.02431 -0.05443 -0.02176 -0.05248 -0.02014 C -0.04987 -0.01806 -0.04714 -0.0169 -0.0444 -0.01528 C -0.04362 -0.01435 -0.04284 -0.01273 -0.0418 -0.01204 C -0.03203 -0.00671 -0.0125 -0.00648 -0.00599 -0.00579 C -0.00274 -0.00093 0.00052 0.00417 0.00468 0.00694 C 0.00573 0.00764 0.00833 0.00556 0.00911 0.00532 Z " pathEditMode="relative" ptsTypes="AAAAAAAAAAAAAAAAAAAAAAAAAAAAAAAAAAAAAAAAAAAAAAAAAAAAAAAAAAAAAAA">
                                      <p:cBhvr>
                                        <p:cTn id="18" dur="2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Mian Abdul Mateen</dc:creator>
  <cp:lastModifiedBy>Mian Abdul Mateen</cp:lastModifiedBy>
  <cp:revision>1</cp:revision>
  <dcterms:created xsi:type="dcterms:W3CDTF">2025-10-25T19:27:12Z</dcterms:created>
  <dcterms:modified xsi:type="dcterms:W3CDTF">2025-10-25T19:28:01Z</dcterms:modified>
</cp:coreProperties>
</file>